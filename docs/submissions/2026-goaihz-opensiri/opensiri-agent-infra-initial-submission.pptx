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e5a2c265d040d8" /><Relationship Type="http://schemas.openxmlformats.org/officeDocument/2006/relationships/extended-properties" Target="/docProps/app.xml" Id="Rb2a7752ed95b4180" /><Relationship Type="http://schemas.openxmlformats.org/officeDocument/2006/relationships/officeDocument" Target="/ppt/presentation.xml" Id="Rcea47848e7be4a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7bb560746e47ba"/>
  </p:sldMasterIdLst>
  <p:notesMasterIdLst>
    <p:notesMasterId xmlns:r="http://schemas.openxmlformats.org/officeDocument/2006/relationships" r:id="R083e426799f14257"/>
  </p:notesMasterIdLst>
  <p:sldIdLst>
    <p:sldId xmlns:r="http://schemas.openxmlformats.org/officeDocument/2006/relationships" id="256" r:id="Reca597a3edd048b8"/>
    <p:sldId xmlns:r="http://schemas.openxmlformats.org/officeDocument/2006/relationships" id="257" r:id="R2ac6059bd0504a1f"/>
    <p:sldId xmlns:r="http://schemas.openxmlformats.org/officeDocument/2006/relationships" id="258" r:id="R84cd00a6c2de4025"/>
    <p:sldId xmlns:r="http://schemas.openxmlformats.org/officeDocument/2006/relationships" id="259" r:id="R3525a3cd7f0e43e8"/>
    <p:sldId xmlns:r="http://schemas.openxmlformats.org/officeDocument/2006/relationships" id="260" r:id="Rd4c62eed65144b4f"/>
    <p:sldId xmlns:r="http://schemas.openxmlformats.org/officeDocument/2006/relationships" id="261" r:id="Rf5b2f09569ed4c31"/>
    <p:sldId xmlns:r="http://schemas.openxmlformats.org/officeDocument/2006/relationships" id="262" r:id="R3c047ebdbdbc4c2f"/>
    <p:sldId xmlns:r="http://schemas.openxmlformats.org/officeDocument/2006/relationships" id="263" r:id="Rd1a5c5bbeda94e41"/>
    <p:sldId xmlns:r="http://schemas.openxmlformats.org/officeDocument/2006/relationships" id="264" r:id="R8746975330514bed"/>
    <p:sldId xmlns:r="http://schemas.openxmlformats.org/officeDocument/2006/relationships" id="265" r:id="Rf7efce4d84e04bd6"/>
    <p:sldId xmlns:r="http://schemas.openxmlformats.org/officeDocument/2006/relationships" id="266" r:id="R2d3001b16e3c4020"/>
    <p:sldId xmlns:r="http://schemas.openxmlformats.org/officeDocument/2006/relationships" id="267" r:id="Rf0ddc791acb746e0"/>
    <p:sldId xmlns:r="http://schemas.openxmlformats.org/officeDocument/2006/relationships" id="268" r:id="R0dce42b746a44412"/>
    <p:sldId xmlns:r="http://schemas.openxmlformats.org/officeDocument/2006/relationships" id="269" r:id="R8f4741184a1e4e56"/>
    <p:sldId xmlns:r="http://schemas.openxmlformats.org/officeDocument/2006/relationships" id="270" r:id="R1271144405734dbb"/>
    <p:sldId xmlns:r="http://schemas.openxmlformats.org/officeDocument/2006/relationships" id="271" r:id="R2e8f576689ad4836"/>
    <p:sldId xmlns:r="http://schemas.openxmlformats.org/officeDocument/2006/relationships" id="272" r:id="R9c511b9fa7de4937"/>
    <p:sldId xmlns:r="http://schemas.openxmlformats.org/officeDocument/2006/relationships" id="273" r:id="R5fb021a19634409f"/>
    <p:sldId xmlns:r="http://schemas.openxmlformats.org/officeDocument/2006/relationships" id="274" r:id="R09fe55adadbe42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9f8f121b724a78" /><Relationship Type="http://schemas.openxmlformats.org/officeDocument/2006/relationships/slideMaster" Target="/ppt/slideMasters/slideMaster1.xml" Id="R3a7bb560746e47ba" /><Relationship Type="http://schemas.openxmlformats.org/officeDocument/2006/relationships/notesMaster" Target="/ppt/notesMasters/notesMaster1.xml" Id="R083e426799f14257" /><Relationship Type="http://schemas.openxmlformats.org/officeDocument/2006/relationships/presProps" Target="/ppt/presProps.xml" Id="Rbf7f1ae082d24610" /><Relationship Type="http://schemas.openxmlformats.org/officeDocument/2006/relationships/tableStyles" Target="/ppt/tableStyles.xml" Id="R1609851b5cf341a4" /><Relationship Type="http://schemas.openxmlformats.org/officeDocument/2006/relationships/slide" Target="/ppt/slides/slide1.xml" Id="Reca597a3edd048b8" /><Relationship Type="http://schemas.openxmlformats.org/officeDocument/2006/relationships/slide" Target="/ppt/slides/slide2.xml" Id="R2ac6059bd0504a1f" /><Relationship Type="http://schemas.openxmlformats.org/officeDocument/2006/relationships/slide" Target="/ppt/slides/slide3.xml" Id="R84cd00a6c2de4025" /><Relationship Type="http://schemas.openxmlformats.org/officeDocument/2006/relationships/slide" Target="/ppt/slides/slide4.xml" Id="R3525a3cd7f0e43e8" /><Relationship Type="http://schemas.openxmlformats.org/officeDocument/2006/relationships/slide" Target="/ppt/slides/slide5.xml" Id="Rd4c62eed65144b4f" /><Relationship Type="http://schemas.openxmlformats.org/officeDocument/2006/relationships/slide" Target="/ppt/slides/slide6.xml" Id="Rf5b2f09569ed4c31" /><Relationship Type="http://schemas.openxmlformats.org/officeDocument/2006/relationships/slide" Target="/ppt/slides/slide7.xml" Id="R3c047ebdbdbc4c2f" /><Relationship Type="http://schemas.openxmlformats.org/officeDocument/2006/relationships/slide" Target="/ppt/slides/slide8.xml" Id="Rd1a5c5bbeda94e41" /><Relationship Type="http://schemas.openxmlformats.org/officeDocument/2006/relationships/slide" Target="/ppt/slides/slide9.xml" Id="R8746975330514bed" /><Relationship Type="http://schemas.openxmlformats.org/officeDocument/2006/relationships/slide" Target="/ppt/slides/slide10.xml" Id="Rf7efce4d84e04bd6" /><Relationship Type="http://schemas.openxmlformats.org/officeDocument/2006/relationships/slide" Target="/ppt/slides/slide11.xml" Id="R2d3001b16e3c4020" /><Relationship Type="http://schemas.openxmlformats.org/officeDocument/2006/relationships/slide" Target="/ppt/slides/slide12.xml" Id="Rf0ddc791acb746e0" /><Relationship Type="http://schemas.openxmlformats.org/officeDocument/2006/relationships/slide" Target="/ppt/slides/slide13.xml" Id="R0dce42b746a44412" /><Relationship Type="http://schemas.openxmlformats.org/officeDocument/2006/relationships/slide" Target="/ppt/slides/slide14.xml" Id="R8f4741184a1e4e56" /><Relationship Type="http://schemas.openxmlformats.org/officeDocument/2006/relationships/slide" Target="/ppt/slides/slide15.xml" Id="R1271144405734dbb" /><Relationship Type="http://schemas.openxmlformats.org/officeDocument/2006/relationships/slide" Target="/ppt/slides/slide16.xml" Id="R2e8f576689ad4836" /><Relationship Type="http://schemas.openxmlformats.org/officeDocument/2006/relationships/slide" Target="/ppt/slides/slide17.xml" Id="R9c511b9fa7de4937" /><Relationship Type="http://schemas.openxmlformats.org/officeDocument/2006/relationships/slide" Target="/ppt/slides/slide18.xml" Id="R5fb021a19634409f" /><Relationship Type="http://schemas.openxmlformats.org/officeDocument/2006/relationships/slide" Target="/ppt/slides/slide19.xml" Id="R09fe55adadbe42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b0005839bd4d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a0144458b44c8d" /><Relationship Type="http://schemas.openxmlformats.org/officeDocument/2006/relationships/notesMaster" Target="/ppt/notesMasters/notesMaster1.xml" Id="R95aa0d99fcb948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cd092ada9f4385" /><Relationship Type="http://schemas.openxmlformats.org/officeDocument/2006/relationships/notesMaster" Target="/ppt/notesMasters/notesMaster1.xml" Id="Rd50d4c09349142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986576ddc84e45" /><Relationship Type="http://schemas.openxmlformats.org/officeDocument/2006/relationships/notesMaster" Target="/ppt/notesMasters/notesMaster1.xml" Id="Rd8bdadb19afc40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4cb6b4600f46c7" /><Relationship Type="http://schemas.openxmlformats.org/officeDocument/2006/relationships/notesMaster" Target="/ppt/notesMasters/notesMaster1.xml" Id="Rcadb5ebe321840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12f948699e4362" /><Relationship Type="http://schemas.openxmlformats.org/officeDocument/2006/relationships/notesMaster" Target="/ppt/notesMasters/notesMaster1.xml" Id="R0ec85062755c4f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bb5fb62d2c464e" /><Relationship Type="http://schemas.openxmlformats.org/officeDocument/2006/relationships/notesMaster" Target="/ppt/notesMasters/notesMaster1.xml" Id="R4d055230093f42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894024d5664a45" /><Relationship Type="http://schemas.openxmlformats.org/officeDocument/2006/relationships/notesMaster" Target="/ppt/notesMasters/notesMaster1.xml" Id="R3c76dacb2c264d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aaf07f77c446e4" /><Relationship Type="http://schemas.openxmlformats.org/officeDocument/2006/relationships/notesMaster" Target="/ppt/notesMasters/notesMaster1.xml" Id="R107580ac320041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99db79a6684f62" /><Relationship Type="http://schemas.openxmlformats.org/officeDocument/2006/relationships/notesMaster" Target="/ppt/notesMasters/notesMaster1.xml" Id="R8743f8c7d04f49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00d30a5a564e58" /><Relationship Type="http://schemas.openxmlformats.org/officeDocument/2006/relationships/notesMaster" Target="/ppt/notesMasters/notesMaster1.xml" Id="R4e4399f01d334b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385b43833c4f0e" /><Relationship Type="http://schemas.openxmlformats.org/officeDocument/2006/relationships/notesMaster" Target="/ppt/notesMasters/notesMaster1.xml" Id="R6f43eb019b304f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48e231273e4273" /><Relationship Type="http://schemas.openxmlformats.org/officeDocument/2006/relationships/notesMaster" Target="/ppt/notesMasters/notesMaster1.xml" Id="R5099436b32e94d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3e6589e7e848ca" /><Relationship Type="http://schemas.openxmlformats.org/officeDocument/2006/relationships/notesMaster" Target="/ppt/notesMasters/notesMaster1.xml" Id="R60d2785abeeb4e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4c965a4e114734" /><Relationship Type="http://schemas.openxmlformats.org/officeDocument/2006/relationships/notesMaster" Target="/ppt/notesMasters/notesMaster1.xml" Id="R04bc3a7bfab24c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1084334dbf041d9" /><Relationship Type="http://schemas.openxmlformats.org/officeDocument/2006/relationships/notesMaster" Target="/ppt/notesMasters/notesMaster1.xml" Id="R3750ffa1d16b4a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23e2c3c32a745a3" /><Relationship Type="http://schemas.openxmlformats.org/officeDocument/2006/relationships/notesMaster" Target="/ppt/notesMasters/notesMaster1.xml" Id="R5de6bd399a224a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89476e26cab409d" /><Relationship Type="http://schemas.openxmlformats.org/officeDocument/2006/relationships/notesMaster" Target="/ppt/notesMasters/notesMaster1.xml" Id="R80084064981e4ed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f2172973bd9479c" /><Relationship Type="http://schemas.openxmlformats.org/officeDocument/2006/relationships/notesMaster" Target="/ppt/notesMasters/notesMaster1.xml" Id="R85cf01f79c9846e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18a30e3fe1448c8" /><Relationship Type="http://schemas.openxmlformats.org/officeDocument/2006/relationships/notesMaster" Target="/ppt/notesMasters/notesMaster1.xml" Id="R43a81a00a97944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先从用户只需截图这个动作切入，再说明团队协作不会自动发送。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docs/submissions/2026-goaihz-opensiri/initial-submission.md</a:t>
            </a:r>
          </a:p>
          <a:p xmlns:a="http://schemas.openxmlformats.org/drawingml/2006/main">
            <a:r>
              <a:t>- docs/superpowers/specs/2026-08-16-opensiri-initial-ppt-framework-redesign.md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用这页建立完整闭环；后续每一节只展开其中一个关键承诺。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docs/submissions/2026-goaihz-opensiri/initial-submission.md</a:t>
            </a:r>
          </a:p>
          <a:p xmlns:a="http://schemas.openxmlformats.org/drawingml/2006/main">
            <a:r>
              <a:t>- docs/superpowers/specs/2026-08-16-opensiri-initial-ppt-framework-redesign.md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目录按评分框架展开：前半段建立价值与协同可信度，后半段提供工程、开放和落地证据。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docs/submissions/2026-goaihz-opensiri/initial-submission.md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这是价值章节的分隔页。强调不是替人发消息，而是降低回复压力。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docs/submissions/2026-goaihz-opensiri/initial-submission.md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此页采用纯文字对话结构卡，不使用或模拟微信截图。重点在于：用户可以授权建议，但保留最后一句的决定权。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docs/submissions/2026-goaihz-opensiri/initial-submission.md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由用户熟悉的桌面入口承接到可审计的协作平面，两者通过明确合同连接。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docs/submissions/2026-goaihz-opensiri/initial-submission.md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上层是用户体验的本地链路，下层是 AgentTeams 的协作链路。中间只交换结构化合同，并在隐私边界处执行最小化。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docs/submissions/2026-goaihz-opensiri/initial-submission.md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这一章说明多 Agent 的价值来自可分工、可回退、可审查的协作，而非并行调用数量。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docs/submissions/2026-goaihz-opensiri/initial-submission.md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 Worker 读取最小必要上下文并把证据写入共享状态；Quality Reviewer 不通过时，Leader 在超时和重试边界内重派任务。人工批准后才可复制或插入。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docs/submissions/2026-goaihz-opensiri/initial-submission.md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从协作机制进入可复用的 Skill 合同：首发三项 Skill 共用同一条人机闭环。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docs/submissions/2026-goaihz-opensiri/initial-submission.md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先让评委看到三个真实、可编辑的 Skill ID 与输入输出合同，再把主 Skill 的失败与生命周期展开。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docs/submissions/2026-goaihz-opensiri/initial-submission.md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这一章区分已经完成的设计工件与复赛前需要运行验证的证据。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docs/submissions/2026-goaihz-opensiri/initial-submission.md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四个象限给出将来可审计的证据目录，且清楚标示哪些是已完成设计、哪些仍是计划验证。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docs/submissions/2026-goaihz-opensiri/initial-submission.md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开放复用建立在清楚的许可证、独立依赖与名称边界之上。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https://github.com/tisfeng/Easydict</a:t>
            </a:r>
          </a:p>
          <a:p xmlns:a="http://schemas.openxmlformats.org/drawingml/2006/main">
            <a:r>
              <a:t>- https://github.com/agentscope-ai/AgentTeams/</a:t>
            </a:r>
          </a:p>
          <a:p xmlns:a="http://schemas.openxmlformats.org/drawingml/2006/main">
            <a:r>
              <a:t>- docs/submissions/2026-goaihz-opensiri/initial-submission.md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明确三个不同的边界：Easydict 衍生客户端、AgentTeams 独立依赖、以及计划开放的可复用层。不要将 AgentTeams 描述为 OpenSiri 资产，也不要暗示 Easydict 被重许可。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https://github.com/tisfeng/Easydict</a:t>
            </a:r>
          </a:p>
          <a:p xmlns:a="http://schemas.openxmlformats.org/drawingml/2006/main">
            <a:r>
              <a:t>- https://github.com/agentscope-ai/AgentTeams/</a:t>
            </a:r>
          </a:p>
          <a:p xmlns:a="http://schemas.openxmlformats.org/drawingml/2006/main">
            <a:r>
              <a:t>- docs/submissions/2026-goaihz-opensiri/initial-submission.md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进入落地章节时，先明确范围：复赛前优先让微信截图智能回复的一条链路可验证，不以未验证的泛化能力替代真实进展。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docs/submissions/2026-goaihz-opensiri/initial-submission.md</a:t>
            </a:r>
          </a:p>
          <a:p xmlns:a="http://schemas.openxmlformats.org/drawingml/2006/main">
            <a:r>
              <a:t>- docs/superpowers/specs/2026-08-16-opensiri-agentteams-design.md</a:t>
            </a:r>
          </a:p>
          <a:p xmlns:a="http://schemas.openxmlformats.org/drawingml/2006/main">
            <a:r>
              <a:t>- docs/superpowers/specs/2026-08-16-opensiri-initial-ppt-framework-redesign.md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依次说明三种状态：已完成是现有材料和设计工件；正在推进是主链路；后续四个日期是计划验证，不应被描述成已经运行。五项风险都配有可执行的缓解方式。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docs/submissions/2026-goaihz-opensiri/initial-submission.md</a:t>
            </a:r>
          </a:p>
          <a:p xmlns:a="http://schemas.openxmlformats.org/drawingml/2006/main">
            <a:r>
              <a:t>- docs/superpowers/specs/2026-08-16-opensiri-agentteams-design.md</a:t>
            </a:r>
          </a:p>
          <a:p xmlns:a="http://schemas.openxmlformats.org/drawingml/2006/main">
            <a:r>
              <a:t>- docs/superpowers/specs/2026-08-16-opensiri-initial-ppt-framework-redesign.md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团队介绍按个人参赛呈现，只说明全链路负责的边界；下一页的个人信息全部保留给参赛者在提交前填写。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Agent Infra 初赛方案 PPT 框架模板</a:t>
            </a:r>
          </a:p>
          <a:p xmlns:a="http://schemas.openxmlformats.org/drawingml/2006/main">
            <a:r>
              <a:t>- docs/superpowers/specs/2026-08-16-opensiri-initial-ppt-framework-redesign.md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个人参赛不意味着模糊职责：本页只保留六项可编辑身份字段，并在提交前提示替换。最后回到产品承诺——AI 只提供建议，最终文本由用户决定。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Agent Infra 初赛方案 PPT 框架模板</a:t>
            </a:r>
          </a:p>
          <a:p xmlns:a="http://schemas.openxmlformats.org/drawingml/2006/main">
            <a:r>
              <a:t>- docs/superpowers/specs/2026-08-16-opensiri-initial-ppt-framework-redesign.md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ad30931044b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e6f20107864cff" /><Relationship Type="http://schemas.openxmlformats.org/officeDocument/2006/relationships/slideLayout" Target="/ppt/slideLayouts/slideLayout1.xml" Id="R81de48c1f01c4f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de48c1f01c4f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9a858c2464c74" /><Relationship Type="http://schemas.openxmlformats.org/officeDocument/2006/relationships/image" Target="/ppt/media/image.png" Id="R9ac22f97d2184be6" /><Relationship Type="http://schemas.openxmlformats.org/officeDocument/2006/relationships/notesSlide" Target="/ppt/notesSlides/notesSlide1.xml" Id="R21e717ff26b747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c7cfc46d54537" /><Relationship Type="http://schemas.openxmlformats.org/officeDocument/2006/relationships/image" Target="/ppt/media/image2.png" Id="Rb34213df6dc2407d" /><Relationship Type="http://schemas.openxmlformats.org/officeDocument/2006/relationships/notesSlide" Target="/ppt/notesSlides/notesSlide2.xml" Id="R546390a6031143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af2812d8c41c4" /><Relationship Type="http://schemas.openxmlformats.org/officeDocument/2006/relationships/notesSlide" Target="/ppt/notesSlides/notesSlide3.xml" Id="R1ee30a6f26074d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5a66b1a0749c7" /><Relationship Type="http://schemas.openxmlformats.org/officeDocument/2006/relationships/notesSlide" Target="/ppt/notesSlides/notesSlide4.xml" Id="R0ac1c25f9d4b41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bbe8908034db5" /><Relationship Type="http://schemas.openxmlformats.org/officeDocument/2006/relationships/notesSlide" Target="/ppt/notesSlides/notesSlide5.xml" Id="R28faa4a5324a4c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18b1c61fd45e7" /><Relationship Type="http://schemas.openxmlformats.org/officeDocument/2006/relationships/notesSlide" Target="/ppt/notesSlides/notesSlide6.xml" Id="R7a92aaafa47041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abdb34e2945a2" /><Relationship Type="http://schemas.openxmlformats.org/officeDocument/2006/relationships/notesSlide" Target="/ppt/notesSlides/notesSlide7.xml" Id="Ree7bed55b8714d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47046e1f74d37" /><Relationship Type="http://schemas.openxmlformats.org/officeDocument/2006/relationships/notesSlide" Target="/ppt/notesSlides/notesSlide8.xml" Id="R819d6859a82341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6824dc89b4cc5" /><Relationship Type="http://schemas.openxmlformats.org/officeDocument/2006/relationships/notesSlide" Target="/ppt/notesSlides/notesSlide9.xml" Id="R8c7aac2c60aa4b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7062472f84e3b" /><Relationship Type="http://schemas.openxmlformats.org/officeDocument/2006/relationships/notesSlide" Target="/ppt/notesSlides/notesSlide10.xml" Id="Rd144d472245e48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2f68891e647b9" /><Relationship Type="http://schemas.openxmlformats.org/officeDocument/2006/relationships/notesSlide" Target="/ppt/notesSlides/notesSlide11.xml" Id="R60d1e3b7ebb046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ba1e6abe64fa2" /><Relationship Type="http://schemas.openxmlformats.org/officeDocument/2006/relationships/notesSlide" Target="/ppt/notesSlides/notesSlide12.xml" Id="R766dbc5216014f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39b8cb4714498" /><Relationship Type="http://schemas.openxmlformats.org/officeDocument/2006/relationships/notesSlide" Target="/ppt/notesSlides/notesSlide13.xml" Id="R348a5d7a704941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18609fc544ebd" /><Relationship Type="http://schemas.openxmlformats.org/officeDocument/2006/relationships/notesSlide" Target="/ppt/notesSlides/notesSlide14.xml" Id="Rb5678ed7a1c543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6c4418f234520" /><Relationship Type="http://schemas.openxmlformats.org/officeDocument/2006/relationships/notesSlide" Target="/ppt/notesSlides/notesSlide15.xml" Id="Re152e8cfc6e344a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5b0d6976f49d9" /><Relationship Type="http://schemas.openxmlformats.org/officeDocument/2006/relationships/notesSlide" Target="/ppt/notesSlides/notesSlide16.xml" Id="Re662599f4b5245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926dd59484a84" /><Relationship Type="http://schemas.openxmlformats.org/officeDocument/2006/relationships/notesSlide" Target="/ppt/notesSlides/notesSlide17.xml" Id="R53bc812f7390438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611c696da4cdd" /><Relationship Type="http://schemas.openxmlformats.org/officeDocument/2006/relationships/notesSlide" Target="/ppt/notesSlides/notesSlide18.xml" Id="Rcddb5c4ec9b947d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85367270c4056" /><Relationship Type="http://schemas.openxmlformats.org/officeDocument/2006/relationships/notesSlide" Target="/ppt/notesSlides/notesSlide19.xml" Id="R6bbbd4ba0fe844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ox">
            <a:extLst xmlns:a="http://schemas.openxmlformats.org/drawingml/2006/main">
              <a:ext uri="{FF2B5EF4-FFF2-40B4-BE49-F238E27FC236}">
                <a16:creationId xmlns:a16="http://schemas.microsoft.com/office/drawing/2014/main" id="{98616FEC-B214-4F59-B47B-D6E9808F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6822893B-C919-4986-8298-6E84A0D0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0AE92DE3-F441-4EC5-8DC2-C48BA0BB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23ED4E9F-515B-48D6-98A3-D6BBB977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A6ABF589-CAB4-4087-BF6D-8E888B32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2CB80023-5DCC-4ACF-A4B8-A6196B4C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D006B005-D9BE-49A2-9E15-2498D337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71433760-B0AE-428D-AAB2-BEA8FD86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12094E89-E8BA-482C-8893-888C6D09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935B7DC1-8851-469D-A6B0-018C137D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9109DFA8-B26F-4631-9143-9C3FF415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0A023A93-805B-468A-B455-04A27B3D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A6CCA880-BB6E-4C71-A2F2-9643455C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D00A913B-DEE2-4FBF-9E03-9759F397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E3E0A191-CEA5-4894-9BDE-0D159661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8E34AC26-7C54-44DF-9B58-9F025353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66C250D5-6944-4F99-B5F5-23DD802B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30BC3729-A107-4ADB-8A5B-5C86BBB0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529F2879-5B16-4D03-BD4B-3C1290EF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A78DEC7D-2C04-4EFE-896C-C6AB11C4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0D7D4D04-9F3A-4793-8DA7-5E4D0205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66ED4BC2-DCBA-4ADE-BCC4-1DB00F78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24BD27E0-9F2A-489D-8467-B6A98358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298D4D27-0B57-44BC-B11A-72A5D7F4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8C84F819-70E4-4D54-9B50-FAB322AB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03F8A308-F240-4121-8BD0-CE63B137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1221F038-3320-4FAA-BDBB-B79A18AE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6A32F0DD-959A-46C4-9293-87A8424D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762AABD8-5E5A-4979-81E1-FEC996AA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3EC13F7E-023C-4C82-8318-B0FB6026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E14DFB08-8446-4318-8739-F57B89A5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22f97d2184be6"/>
          <a:stretch xmlns:a="http://schemas.openxmlformats.org/drawingml/2006/main"/>
        </p:blipFill>
        <p:spPr>
          <a:xfrm xmlns:a="http://schemas.openxmlformats.org/drawingml/2006/main">
            <a:off x="1314450" y="5524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229C341-F122-4515-8B3A-18281179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590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OpenSiri</a:t>
            </a:r>
          </a:p>
        </p:txBody>
      </p:sp>
      <p:sp>
        <p:nvSpPr>
          <p:cNvPr id="34" name="cover-promise">
            <a:extLst xmlns:a="http://schemas.openxmlformats.org/drawingml/2006/main">
              <a:ext uri="{FF2B5EF4-FFF2-40B4-BE49-F238E27FC236}">
                <a16:creationId xmlns:a16="http://schemas.microsoft.com/office/drawing/2014/main" id="{F2C1840B-0BC9-42A0-9B60-57FA2336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719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C2D7CF"/>
                </a:solidFill>
              </a:defRPr>
            </a:pPr>
            <a:r>
              <a:rPr sz="2325" b="0">
                <a:solidFill>
                  <a:srgbClr val="C2D7CF"/>
                </a:solidFill>
              </a:rPr>
              <a:t>截一张图，让一支 Agent 团队帮你想好怎么回</a:t>
            </a:r>
          </a:p>
        </p:txBody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C01EEA64-4D7D-451A-9F6B-BF493936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0E3D400-83FE-4415-9EAF-32A0B94E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D7CF"/>
                </a:solidFill>
              </a:defRPr>
            </a:pPr>
            <a:r>
              <a:rPr sz="1275" b="0">
                <a:solidFill>
                  <a:srgbClr val="C2D7CF"/>
                </a:solidFill>
              </a:rPr>
              <a:t>基于 Easydict × AgentTeams 的 macOS 多 Agent 回复基础设施</a:t>
            </a:r>
          </a:p>
        </p:txBody>
      </p:sp>
      <p:sp>
        <p:nvSpPr>
          <p:cNvPr id="37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5776CC02-4A16-4525-B688-51B63849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D7B6"/>
                </a:solidFill>
              </a:defRPr>
            </a:pPr>
            <a:r>
              <a:rPr sz="1050" b="1">
                <a:solidFill>
                  <a:srgbClr val="55D7B6"/>
                </a:solidFill>
              </a:rPr>
              <a:t>GOAI World AI Open-Source Competition · Agent Infra</a:t>
            </a:r>
          </a:p>
        </p:txBody>
      </p:sp>
      <p:sp>
        <p:nvSpPr>
          <p:cNvPr id="38" name="box">
            <a:extLst xmlns:a="http://schemas.openxmlformats.org/drawingml/2006/main">
              <a:ext uri="{FF2B5EF4-FFF2-40B4-BE49-F238E27FC236}">
                <a16:creationId xmlns:a16="http://schemas.microsoft.com/office/drawing/2014/main" id="{E2ED24AF-A46D-4446-A3F3-11C319A0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2857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53B35"/>
          </a:solidFill>
          <a:ln xmlns:a="http://schemas.openxmlformats.org/drawingml/2006/main" w="9525">
            <a:solidFill>
              <a:srgbClr val="31564D"/>
            </a:solidFill>
            <a:prstDash val="solid"/>
          </a:ln>
        </p:spPr>
      </p:sp>
      <p:sp>
        <p:nvSpPr>
          <p:cNvPr id="39" name="cover-editable-personal-field">
            <a:extLst xmlns:a="http://schemas.openxmlformats.org/drawingml/2006/main">
              <a:ext uri="{FF2B5EF4-FFF2-40B4-BE49-F238E27FC236}">
                <a16:creationId xmlns:a16="http://schemas.microsoft.com/office/drawing/2014/main" id="{01E477E3-57FF-4075-93D4-FB9F8FC5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2552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BD1C8"/>
                </a:solidFill>
              </a:defRPr>
            </a:pPr>
            <a:r>
              <a:rPr sz="975" b="0">
                <a:solidFill>
                  <a:srgbClr val="BBD1C8"/>
                </a:solidFill>
              </a:rPr>
              <a:t>参赛者 / 团队名：________________</a:t>
            </a:r>
          </a:p>
        </p:txBody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155A6BF5-ACF7-442F-93C5-8CCFC492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62100"/>
            <a:ext cx="2428875" cy="2428875"/>
          </a:xfrm>
          <a:prstGeom xmlns:a="http://schemas.openxmlformats.org/drawingml/2006/main" prst="roundRect">
            <a:avLst>
              <a:gd name="adj" fmla="val 12549"/>
            </a:avLst>
          </a:prstGeom>
          <a:solidFill xmlns:a="http://schemas.openxmlformats.org/drawingml/2006/main">
            <a:srgbClr val="153B35"/>
          </a:solidFill>
          <a:ln xmlns:a="http://schemas.openxmlformats.org/drawingml/2006/main" w="9525">
            <a:solidFill>
              <a:srgbClr val="31564D"/>
            </a:solidFill>
            <a:prstDash val="solid"/>
          </a:ln>
        </p:spPr>
      </p:sp>
      <p:sp>
        <p:nvSpPr>
          <p:cNvPr id="41" name="cover-loop-title">
            <a:extLst xmlns:a="http://schemas.openxmlformats.org/drawingml/2006/main">
              <a:ext uri="{FF2B5EF4-FFF2-40B4-BE49-F238E27FC236}">
                <a16:creationId xmlns:a16="http://schemas.microsoft.com/office/drawing/2014/main" id="{3457AF7A-4325-47C5-B08A-DC1AD212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6690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5D7B6"/>
                </a:solidFill>
              </a:defRPr>
            </a:pPr>
            <a:r>
              <a:rPr sz="900" b="1">
                <a:solidFill>
                  <a:srgbClr val="55D7B6"/>
                </a:solidFill>
              </a:rPr>
              <a:t>THE HUMAN LOOP</a:t>
            </a:r>
          </a:p>
        </p:txBody>
      </p:sp>
      <p:sp>
        <p:nvSpPr>
          <p:cNvPr id="42" name="arrow">
            <a:extLst xmlns:a="http://schemas.openxmlformats.org/drawingml/2006/main">
              <a:ext uri="{FF2B5EF4-FFF2-40B4-BE49-F238E27FC236}">
                <a16:creationId xmlns:a16="http://schemas.microsoft.com/office/drawing/2014/main" id="{C849E0AF-9F58-4900-8B09-02031BC2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24950" y="277177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E1C7"/>
            </a:solidFill>
            <a:prstDash val="solid"/>
          </a:ln>
        </p:spPr>
      </p:sp>
      <p:sp>
        <p:nvSpPr>
          <p:cNvPr id="43" name="arrow">
            <a:extLst xmlns:a="http://schemas.openxmlformats.org/drawingml/2006/main">
              <a:ext uri="{FF2B5EF4-FFF2-40B4-BE49-F238E27FC236}">
                <a16:creationId xmlns:a16="http://schemas.microsoft.com/office/drawing/2014/main" id="{B7A27D09-D668-48CC-8764-7D607F74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0" y="277177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E1C7"/>
            </a:solidFill>
            <a:prstDash val="solid"/>
          </a:ln>
        </p:spPr>
      </p:sp>
      <p:sp>
        <p:nvSpPr>
          <p:cNvPr id="44" name="dot">
            <a:extLst xmlns:a="http://schemas.openxmlformats.org/drawingml/2006/main">
              <a:ext uri="{FF2B5EF4-FFF2-40B4-BE49-F238E27FC236}">
                <a16:creationId xmlns:a16="http://schemas.microsoft.com/office/drawing/2014/main" id="{96F9B8D4-1573-4727-B84B-89A73E94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24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ot">
            <a:extLst xmlns:a="http://schemas.openxmlformats.org/drawingml/2006/main">
              <a:ext uri="{FF2B5EF4-FFF2-40B4-BE49-F238E27FC236}">
                <a16:creationId xmlns:a16="http://schemas.microsoft.com/office/drawing/2014/main" id="{AFCBDEAF-00B0-4B6A-9B97-D22EFC4E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324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ot">
            <a:extLst xmlns:a="http://schemas.openxmlformats.org/drawingml/2006/main">
              <a:ext uri="{FF2B5EF4-FFF2-40B4-BE49-F238E27FC236}">
                <a16:creationId xmlns:a16="http://schemas.microsoft.com/office/drawing/2014/main" id="{CFC621C4-9B92-4E69-A18F-57B00BCB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24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ver-capture">
            <a:extLst xmlns:a="http://schemas.openxmlformats.org/drawingml/2006/main">
              <a:ext uri="{FF2B5EF4-FFF2-40B4-BE49-F238E27FC236}">
                <a16:creationId xmlns:a16="http://schemas.microsoft.com/office/drawing/2014/main" id="{6C16DA5A-1A88-4137-B7BC-D1C2FEAB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2420"/>
                </a:solidFill>
              </a:defRPr>
            </a:pPr>
            <a:r>
              <a:rPr sz="975" b="1">
                <a:solidFill>
                  <a:srgbClr val="0D2420"/>
                </a:solidFill>
              </a:rPr>
              <a:t>截图</a:t>
            </a:r>
          </a:p>
        </p:txBody>
      </p:sp>
      <p:sp>
        <p:nvSpPr>
          <p:cNvPr id="48" name="cover-teamwork">
            <a:extLst xmlns:a="http://schemas.openxmlformats.org/drawingml/2006/main">
              <a:ext uri="{FF2B5EF4-FFF2-40B4-BE49-F238E27FC236}">
                <a16:creationId xmlns:a16="http://schemas.microsoft.com/office/drawing/2014/main" id="{51E84AD7-1B30-480D-A17D-2770A850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57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2420"/>
                </a:solidFill>
              </a:defRPr>
            </a:pPr>
            <a:r>
              <a:rPr sz="975" b="1">
                <a:solidFill>
                  <a:srgbClr val="0D2420"/>
                </a:solidFill>
              </a:rPr>
              <a:t>协作</a:t>
            </a:r>
          </a:p>
        </p:txBody>
      </p:sp>
      <p:sp>
        <p:nvSpPr>
          <p:cNvPr id="49" name="cover-approval">
            <a:extLst xmlns:a="http://schemas.openxmlformats.org/drawingml/2006/main">
              <a:ext uri="{FF2B5EF4-FFF2-40B4-BE49-F238E27FC236}">
                <a16:creationId xmlns:a16="http://schemas.microsoft.com/office/drawing/2014/main" id="{D6DA0A6D-3332-4620-B786-B15E8A18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57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2420"/>
                </a:solidFill>
              </a:defRPr>
            </a:pPr>
            <a:r>
              <a:rPr sz="975" b="1">
                <a:solidFill>
                  <a:srgbClr val="0D2420"/>
                </a:solidFill>
              </a:rPr>
              <a:t>确认</a:t>
            </a:r>
          </a:p>
        </p:txBody>
      </p:sp>
      <p:sp>
        <p:nvSpPr>
          <p:cNvPr id="50" name="cover-loop-caption">
            <a:extLst xmlns:a="http://schemas.openxmlformats.org/drawingml/2006/main">
              <a:ext uri="{FF2B5EF4-FFF2-40B4-BE49-F238E27FC236}">
                <a16:creationId xmlns:a16="http://schemas.microsoft.com/office/drawing/2014/main" id="{42456764-05DA-43E8-A425-A49CFAE7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2D7CF"/>
                </a:solidFill>
              </a:defRPr>
            </a:pPr>
            <a:r>
              <a:rPr sz="975" b="1">
                <a:solidFill>
                  <a:srgbClr val="C2D7CF"/>
                </a:solidFill>
              </a:rPr>
              <a:t>本地 OCR  →  Agent Team  →  用户决定</a:t>
            </a:r>
          </a:p>
        </p:txBody>
      </p:sp>
      <p:sp>
        <p:nvSpPr>
          <p:cNvPr id="51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FE98AD3A-FD84-4C3D-A8EE-6E580ED5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53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BD1C8"/>
                </a:solidFill>
              </a:defRPr>
            </a:pPr>
            <a:r>
              <a:rPr sz="1050" b="1">
                <a:solidFill>
                  <a:srgbClr val="BBD1C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874076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box">
            <a:extLst xmlns:a="http://schemas.openxmlformats.org/drawingml/2006/main">
              <a:ext uri="{FF2B5EF4-FFF2-40B4-BE49-F238E27FC236}">
                <a16:creationId xmlns:a16="http://schemas.microsoft.com/office/drawing/2014/main" id="{26D8623A-0B93-4A62-AD9C-EDC95DFD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D6B2A5AA-A0A8-46AE-B9EA-3C7DD959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7F808795-2935-46DC-80FB-F97186F3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7E22CD3D-4E1E-480A-AC32-4A32F6FC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A072CBAB-D5F4-4123-A1D1-9F319F00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C67E8BD1-AD62-4144-A5C2-3B0F9ECB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13FE1F3F-8AAF-4CEE-AD22-AC8433F3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6E74EA01-99EF-49AD-9F34-A1FB76DA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88E8A58E-EC77-4A5B-BE81-81F0A675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F46D2828-8CA6-4069-BDCE-D4590DC2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20420637-1AE4-4A68-9080-A362718C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F0416DFA-E44E-48A4-9499-E326E445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B885C604-A6AB-4BB6-B3FF-1C890864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09411AB7-FC37-4453-A11E-15C62895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01B2D53C-EE85-4FA2-8053-17A092C5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D5256B74-E7AF-409B-894E-F1E46498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4704BD99-0417-43AF-AC93-96D1E9F5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477DCC32-ACC6-4E67-85C1-C3A347F6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190C5FA9-9343-47D2-92EA-71EEC795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15F4615B-4BEF-4DCB-AD9D-684B2109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A56FEF5C-B7CC-44CD-B86E-F250B23C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B878CD0F-C283-4DA4-8D86-07948F1C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1EA0C730-9E25-45E6-BFFC-08C056B5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555A867C-7E2B-4B55-AAAC-58DA92C1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2C5569E0-92C6-4226-B200-CF6D2382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A955BCAA-E71E-4AEC-A750-84C76A8B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AB7C4A9F-26DA-4FEC-AFB0-190437E7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9E1B25E3-5B97-4F28-9784-BD2A6F29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0D59C8B4-512D-4093-AAC4-17CF8B36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94C4B68A-B797-4964-B702-BCC86F98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7820D161-C538-456B-BD7E-EEB5E67C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x">
            <a:extLst xmlns:a="http://schemas.openxmlformats.org/drawingml/2006/main">
              <a:ext uri="{FF2B5EF4-FFF2-40B4-BE49-F238E27FC236}">
                <a16:creationId xmlns:a16="http://schemas.microsoft.com/office/drawing/2014/main" id="{DD4E9881-E362-4670-9EA4-E0E570BE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rome-section">
            <a:extLst xmlns:a="http://schemas.openxmlformats.org/drawingml/2006/main">
              <a:ext uri="{FF2B5EF4-FFF2-40B4-BE49-F238E27FC236}">
                <a16:creationId xmlns:a16="http://schemas.microsoft.com/office/drawing/2014/main" id="{B1533C83-0296-46CA-9B4D-FB006F2E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68"/>
                </a:solidFill>
              </a:defRPr>
            </a:pPr>
            <a:r>
              <a:rPr sz="900" b="1">
                <a:solidFill>
                  <a:srgbClr val="5C6D68"/>
                </a:solidFill>
              </a:rPr>
              <a:t>OVERVIEW</a:t>
            </a:r>
          </a:p>
        </p:txBody>
      </p:sp>
      <p:sp>
        <p:nvSpPr>
          <p:cNvPr id="34" name="chrome-number">
            <a:extLst xmlns:a="http://schemas.openxmlformats.org/drawingml/2006/main">
              <a:ext uri="{FF2B5EF4-FFF2-40B4-BE49-F238E27FC236}">
                <a16:creationId xmlns:a16="http://schemas.microsoft.com/office/drawing/2014/main" id="{9ED59F66-7AF4-46FF-9626-565CFF5B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865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D68"/>
                </a:solidFill>
              </a:defRPr>
            </a:pPr>
            <a:r>
              <a:rPr sz="1050" b="1">
                <a:solidFill>
                  <a:srgbClr val="5C6D68"/>
                </a:solidFill>
              </a:rPr>
              <a:t>02</a:t>
            </a:r>
          </a:p>
        </p:txBody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213df6dc2407d"/>
          <a:stretch xmlns:a="http://schemas.openxmlformats.org/drawingml/2006/main"/>
        </p:blipFill>
        <p:spPr>
          <a:xfrm xmlns:a="http://schemas.openxmlformats.org/drawingml/2006/main">
            <a:off x="10344150" y="5524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6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12890EE4-F4A2-4DBA-BB1A-C2E0E06E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ONE-SHOT OVERVIEW</a:t>
            </a:r>
          </a:p>
        </p:txBody>
      </p:sp>
      <p:sp>
        <p:nvSpPr>
          <p:cNvPr id="3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DC3F9A-1988-4CA8-A5E0-03DB00CA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522"/>
                </a:solidFill>
              </a:defRPr>
            </a:pPr>
            <a:r>
              <a:rPr sz="3000" b="1">
                <a:solidFill>
                  <a:srgbClr val="182522"/>
                </a:solidFill>
              </a:rPr>
              <a:t>把一张截图，变成可验证的回复选择</a:t>
            </a:r>
          </a:p>
        </p:txBody>
      </p:sp>
      <p:sp>
        <p:nvSpPr>
          <p:cNvPr id="3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3BD7FD3-C6D8-4B0B-A34E-1AA9A6AE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D68"/>
                </a:solidFill>
              </a:defRPr>
            </a:pPr>
            <a:r>
              <a:rPr sz="1425" b="0">
                <a:solidFill>
                  <a:srgbClr val="5C6D68"/>
                </a:solidFill>
              </a:rPr>
              <a:t>从捕获、校对到人工审批，所有关键决策都清晰可见。</a:t>
            </a:r>
          </a:p>
        </p:txBody>
      </p:sp>
      <p:sp>
        <p:nvSpPr>
          <p:cNvPr id="39" name="box">
            <a:extLst xmlns:a="http://schemas.openxmlformats.org/drawingml/2006/main">
              <a:ext uri="{FF2B5EF4-FFF2-40B4-BE49-F238E27FC236}">
                <a16:creationId xmlns:a16="http://schemas.microsoft.com/office/drawing/2014/main" id="{FAAEDADD-C007-4C6F-ACC4-B8AB9D30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3528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40" name="overview-eyebrow-project">
            <a:extLst xmlns:a="http://schemas.openxmlformats.org/drawingml/2006/main">
              <a:ext uri="{FF2B5EF4-FFF2-40B4-BE49-F238E27FC236}">
                <a16:creationId xmlns:a16="http://schemas.microsoft.com/office/drawing/2014/main" id="{BF84E193-C272-4864-9D4A-6B720D12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76D1"/>
                </a:solidFill>
              </a:defRPr>
            </a:pPr>
            <a:r>
              <a:rPr sz="900" b="1">
                <a:solidFill>
                  <a:srgbClr val="1576D1"/>
                </a:solidFill>
              </a:rPr>
              <a:t>PROJECT</a:t>
            </a:r>
          </a:p>
        </p:txBody>
      </p:sp>
      <p:sp>
        <p:nvSpPr>
          <p:cNvPr id="41" name="overview-title-text">
            <a:extLst xmlns:a="http://schemas.openxmlformats.org/drawingml/2006/main">
              <a:ext uri="{FF2B5EF4-FFF2-40B4-BE49-F238E27FC236}">
                <a16:creationId xmlns:a16="http://schemas.microsoft.com/office/drawing/2014/main" id="{D466345E-2DC7-4998-9DAF-15514357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6075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522"/>
                </a:solidFill>
              </a:defRPr>
            </a:pPr>
            <a:r>
              <a:rPr sz="1650" b="1">
                <a:solidFill>
                  <a:srgbClr val="182522"/>
                </a:solidFill>
              </a:rPr>
              <a:t>项目是什么</a:t>
            </a:r>
          </a:p>
        </p:txBody>
      </p:sp>
      <p:sp>
        <p:nvSpPr>
          <p:cNvPr id="42" name="overview-body-text">
            <a:extLst xmlns:a="http://schemas.openxmlformats.org/drawingml/2006/main">
              <a:ext uri="{FF2B5EF4-FFF2-40B4-BE49-F238E27FC236}">
                <a16:creationId xmlns:a16="http://schemas.microsoft.com/office/drawing/2014/main" id="{293AC576-1264-43A6-9CC7-DDC355F8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7655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D68"/>
                </a:solidFill>
              </a:defRPr>
            </a:pPr>
            <a:r>
              <a:rPr sz="1125" b="0">
                <a:solidFill>
                  <a:srgbClr val="5C6D68"/>
                </a:solidFill>
              </a:rPr>
              <a:t>面向 macOS 的系统级 AI 入口</a:t>
            </a:r>
          </a:p>
        </p:txBody>
      </p:sp>
      <p:sp>
        <p:nvSpPr>
          <p:cNvPr id="43" name="box">
            <a:extLst xmlns:a="http://schemas.openxmlformats.org/drawingml/2006/main">
              <a:ext uri="{FF2B5EF4-FFF2-40B4-BE49-F238E27FC236}">
                <a16:creationId xmlns:a16="http://schemas.microsoft.com/office/drawing/2014/main" id="{A0C5CDE8-2548-4BAF-9393-E79098E8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76500"/>
            <a:ext cx="33528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BF4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44" name="overview-eyebrow-problem">
            <a:extLst xmlns:a="http://schemas.openxmlformats.org/drawingml/2006/main">
              <a:ext uri="{FF2B5EF4-FFF2-40B4-BE49-F238E27FC236}">
                <a16:creationId xmlns:a16="http://schemas.microsoft.com/office/drawing/2014/main" id="{BFC3A83A-348D-48CF-8E02-EC14F5A3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28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76D1"/>
                </a:solidFill>
              </a:defRPr>
            </a:pPr>
            <a:r>
              <a:rPr sz="900" b="1">
                <a:solidFill>
                  <a:srgbClr val="1576D1"/>
                </a:solidFill>
              </a:rPr>
              <a:t>PROBLEM</a:t>
            </a:r>
          </a:p>
        </p:txBody>
      </p:sp>
      <p:sp>
        <p:nvSpPr>
          <p:cNvPr id="45" name="overview-title-text">
            <a:extLst xmlns:a="http://schemas.openxmlformats.org/drawingml/2006/main">
              <a:ext uri="{FF2B5EF4-FFF2-40B4-BE49-F238E27FC236}">
                <a16:creationId xmlns:a16="http://schemas.microsoft.com/office/drawing/2014/main" id="{0F1236F5-8330-41AF-9BA9-511A28D6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86075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522"/>
                </a:solidFill>
              </a:defRPr>
            </a:pPr>
            <a:r>
              <a:rPr sz="1650" b="1">
                <a:solidFill>
                  <a:srgbClr val="182522"/>
                </a:solidFill>
              </a:rPr>
              <a:t>解决什么问题</a:t>
            </a:r>
          </a:p>
        </p:txBody>
      </p:sp>
      <p:sp>
        <p:nvSpPr>
          <p:cNvPr id="46" name="overview-body-text">
            <a:extLst xmlns:a="http://schemas.openxmlformats.org/drawingml/2006/main">
              <a:ext uri="{FF2B5EF4-FFF2-40B4-BE49-F238E27FC236}">
                <a16:creationId xmlns:a16="http://schemas.microsoft.com/office/drawing/2014/main" id="{873505C3-2F77-46A2-A044-634FDE59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7655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D68"/>
                </a:solidFill>
              </a:defRPr>
            </a:pPr>
            <a:r>
              <a:rPr sz="1125" b="0">
                <a:solidFill>
                  <a:srgbClr val="5C6D68"/>
                </a:solidFill>
              </a:rPr>
              <a:t>截图看懂了，仍不知道该怎么回</a:t>
            </a:r>
          </a:p>
        </p:txBody>
      </p:sp>
      <p:sp>
        <p:nvSpPr>
          <p:cNvPr id="47" name="box">
            <a:extLst xmlns:a="http://schemas.openxmlformats.org/drawingml/2006/main">
              <a:ext uri="{FF2B5EF4-FFF2-40B4-BE49-F238E27FC236}">
                <a16:creationId xmlns:a16="http://schemas.microsoft.com/office/drawing/2014/main" id="{3E988392-A142-4BCF-8847-1CF2134D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33528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2E2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48" name="overview-eyebrow-solution">
            <a:extLst xmlns:a="http://schemas.openxmlformats.org/drawingml/2006/main">
              <a:ext uri="{FF2B5EF4-FFF2-40B4-BE49-F238E27FC236}">
                <a16:creationId xmlns:a16="http://schemas.microsoft.com/office/drawing/2014/main" id="{4C5FAF4C-E5E7-4339-8C4B-B362378D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28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76D1"/>
                </a:solidFill>
              </a:defRPr>
            </a:pPr>
            <a:r>
              <a:rPr sz="900" b="1">
                <a:solidFill>
                  <a:srgbClr val="1576D1"/>
                </a:solidFill>
              </a:rPr>
              <a:t>SOLUTION</a:t>
            </a:r>
          </a:p>
        </p:txBody>
      </p:sp>
      <p:sp>
        <p:nvSpPr>
          <p:cNvPr id="49" name="overview-title-text">
            <a:extLst xmlns:a="http://schemas.openxmlformats.org/drawingml/2006/main">
              <a:ext uri="{FF2B5EF4-FFF2-40B4-BE49-F238E27FC236}">
                <a16:creationId xmlns:a16="http://schemas.microsoft.com/office/drawing/2014/main" id="{A0E8C2C0-0FA1-4982-9F7D-C6F14F8C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86075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522"/>
                </a:solidFill>
              </a:defRPr>
            </a:pPr>
            <a:r>
              <a:rPr sz="1650" b="1">
                <a:solidFill>
                  <a:srgbClr val="182522"/>
                </a:solidFill>
              </a:rPr>
              <a:t>核心方案</a:t>
            </a:r>
          </a:p>
        </p:txBody>
      </p:sp>
      <p:sp>
        <p:nvSpPr>
          <p:cNvPr id="50" name="overview-body-text">
            <a:extLst xmlns:a="http://schemas.openxmlformats.org/drawingml/2006/main">
              <a:ext uri="{FF2B5EF4-FFF2-40B4-BE49-F238E27FC236}">
                <a16:creationId xmlns:a16="http://schemas.microsoft.com/office/drawing/2014/main" id="{AF8AE7CA-05FE-4E6B-B46E-9212A1F1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7655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D68"/>
                </a:solidFill>
              </a:defRPr>
            </a:pPr>
            <a:r>
              <a:rPr sz="1125" b="0">
                <a:solidFill>
                  <a:srgbClr val="5C6D68"/>
                </a:solidFill>
              </a:rPr>
              <a:t>本地 OCR + AgentTeams 协作 + 人工批准</a:t>
            </a:r>
          </a:p>
        </p:txBody>
      </p:sp>
      <p:sp>
        <p:nvSpPr>
          <p:cNvPr id="51" name="box">
            <a:extLst xmlns:a="http://schemas.openxmlformats.org/drawingml/2006/main">
              <a:ext uri="{FF2B5EF4-FFF2-40B4-BE49-F238E27FC236}">
                <a16:creationId xmlns:a16="http://schemas.microsoft.com/office/drawing/2014/main" id="{3B6C776C-CECC-4402-9D7B-AE2507B0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3528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52" name="overview-eyebrow-difference">
            <a:extLst xmlns:a="http://schemas.openxmlformats.org/drawingml/2006/main">
              <a:ext uri="{FF2B5EF4-FFF2-40B4-BE49-F238E27FC236}">
                <a16:creationId xmlns:a16="http://schemas.microsoft.com/office/drawing/2014/main" id="{AC1F3932-87CD-4311-BC48-9A86368C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76D1"/>
                </a:solidFill>
              </a:defRPr>
            </a:pPr>
            <a:r>
              <a:rPr sz="900" b="1">
                <a:solidFill>
                  <a:srgbClr val="1576D1"/>
                </a:solidFill>
              </a:rPr>
              <a:t>DIFFERENCE</a:t>
            </a:r>
          </a:p>
        </p:txBody>
      </p:sp>
      <p:sp>
        <p:nvSpPr>
          <p:cNvPr id="53" name="overview-title-text">
            <a:extLst xmlns:a="http://schemas.openxmlformats.org/drawingml/2006/main">
              <a:ext uri="{FF2B5EF4-FFF2-40B4-BE49-F238E27FC236}">
                <a16:creationId xmlns:a16="http://schemas.microsoft.com/office/drawing/2014/main" id="{69F1B3B5-E3A3-470B-90C4-F657D5F7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522"/>
                </a:solidFill>
              </a:defRPr>
            </a:pPr>
            <a:r>
              <a:rPr sz="1650" b="1">
                <a:solidFill>
                  <a:srgbClr val="182522"/>
                </a:solidFill>
              </a:rPr>
              <a:t>差异在哪里</a:t>
            </a:r>
          </a:p>
        </p:txBody>
      </p:sp>
      <p:sp>
        <p:nvSpPr>
          <p:cNvPr id="54" name="overview-body-text">
            <a:extLst xmlns:a="http://schemas.openxmlformats.org/drawingml/2006/main">
              <a:ext uri="{FF2B5EF4-FFF2-40B4-BE49-F238E27FC236}">
                <a16:creationId xmlns:a16="http://schemas.microsoft.com/office/drawing/2014/main" id="{A995C587-43EB-492E-A0C5-56D43D11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053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D68"/>
                </a:solidFill>
              </a:defRPr>
            </a:pPr>
            <a:r>
              <a:rPr sz="1125" b="0">
                <a:solidFill>
                  <a:srgbClr val="5C6D68"/>
                </a:solidFill>
              </a:rPr>
              <a:t>角色分工、独立审查，不是一次问答</a:t>
            </a:r>
          </a:p>
        </p:txBody>
      </p:sp>
      <p:sp>
        <p:nvSpPr>
          <p:cNvPr id="55" name="box">
            <a:extLst xmlns:a="http://schemas.openxmlformats.org/drawingml/2006/main">
              <a:ext uri="{FF2B5EF4-FFF2-40B4-BE49-F238E27FC236}">
                <a16:creationId xmlns:a16="http://schemas.microsoft.com/office/drawing/2014/main" id="{72E22EC6-CABC-4E64-A650-0DDA8633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05250"/>
            <a:ext cx="33528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BF4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56" name="overview-eyebrow-reuse">
            <a:extLst xmlns:a="http://schemas.openxmlformats.org/drawingml/2006/main">
              <a:ext uri="{FF2B5EF4-FFF2-40B4-BE49-F238E27FC236}">
                <a16:creationId xmlns:a16="http://schemas.microsoft.com/office/drawing/2014/main" id="{CAB9F339-D918-48C2-B9A3-20CB2B8C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57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76D1"/>
                </a:solidFill>
              </a:defRPr>
            </a:pPr>
            <a:r>
              <a:rPr sz="900" b="1">
                <a:solidFill>
                  <a:srgbClr val="1576D1"/>
                </a:solidFill>
              </a:rPr>
              <a:t>REUSE</a:t>
            </a:r>
          </a:p>
        </p:txBody>
      </p:sp>
      <p:sp>
        <p:nvSpPr>
          <p:cNvPr id="57" name="overview-title-text">
            <a:extLst xmlns:a="http://schemas.openxmlformats.org/drawingml/2006/main">
              <a:ext uri="{FF2B5EF4-FFF2-40B4-BE49-F238E27FC236}">
                <a16:creationId xmlns:a16="http://schemas.microsoft.com/office/drawing/2014/main" id="{67EBA613-1B7E-4ECF-B83E-82A63F14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14825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522"/>
                </a:solidFill>
              </a:defRPr>
            </a:pPr>
            <a:r>
              <a:rPr sz="1650" b="1">
                <a:solidFill>
                  <a:srgbClr val="182522"/>
                </a:solidFill>
              </a:rPr>
              <a:t>开放复用价值</a:t>
            </a:r>
          </a:p>
        </p:txBody>
      </p:sp>
      <p:sp>
        <p:nvSpPr>
          <p:cNvPr id="58" name="overview-body-text">
            <a:extLst xmlns:a="http://schemas.openxmlformats.org/drawingml/2006/main">
              <a:ext uri="{FF2B5EF4-FFF2-40B4-BE49-F238E27FC236}">
                <a16:creationId xmlns:a16="http://schemas.microsoft.com/office/drawing/2014/main" id="{72A8104F-4160-4F10-AEC2-ED709EEA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053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D68"/>
                </a:solidFill>
              </a:defRPr>
            </a:pPr>
            <a:r>
              <a:rPr sz="1125" b="0">
                <a:solidFill>
                  <a:srgbClr val="5C6D68"/>
                </a:solidFill>
              </a:rPr>
              <a:t>同一捕获与验证链路可承载多种 Skill</a:t>
            </a:r>
          </a:p>
        </p:txBody>
      </p:sp>
      <p:sp>
        <p:nvSpPr>
          <p:cNvPr id="59" name="box">
            <a:extLst xmlns:a="http://schemas.openxmlformats.org/drawingml/2006/main">
              <a:ext uri="{FF2B5EF4-FFF2-40B4-BE49-F238E27FC236}">
                <a16:creationId xmlns:a16="http://schemas.microsoft.com/office/drawing/2014/main" id="{C46BCB54-21EB-497C-BA96-C74908AF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33528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2E2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60" name="overview-eyebrow-status">
            <a:extLst xmlns:a="http://schemas.openxmlformats.org/drawingml/2006/main">
              <a:ext uri="{FF2B5EF4-FFF2-40B4-BE49-F238E27FC236}">
                <a16:creationId xmlns:a16="http://schemas.microsoft.com/office/drawing/2014/main" id="{1D513DDF-1F30-4970-BE10-DBB13EE2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57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76D1"/>
                </a:solidFill>
              </a:defRPr>
            </a:pPr>
            <a:r>
              <a:rPr sz="900" b="1">
                <a:solidFill>
                  <a:srgbClr val="1576D1"/>
                </a:solidFill>
              </a:rPr>
              <a:t>STATUS</a:t>
            </a:r>
          </a:p>
        </p:txBody>
      </p:sp>
      <p:sp>
        <p:nvSpPr>
          <p:cNvPr id="61" name="overview-title-text">
            <a:extLst xmlns:a="http://schemas.openxmlformats.org/drawingml/2006/main">
              <a:ext uri="{FF2B5EF4-FFF2-40B4-BE49-F238E27FC236}">
                <a16:creationId xmlns:a16="http://schemas.microsoft.com/office/drawing/2014/main" id="{8F45E1E7-27E4-4564-A2C3-0B57533B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14825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522"/>
                </a:solidFill>
              </a:defRPr>
            </a:pPr>
            <a:r>
              <a:rPr sz="1650" b="1">
                <a:solidFill>
                  <a:srgbClr val="182522"/>
                </a:solidFill>
              </a:rPr>
              <a:t>当前真实进展</a:t>
            </a:r>
          </a:p>
        </p:txBody>
      </p:sp>
      <p:sp>
        <p:nvSpPr>
          <p:cNvPr id="62" name="overview-body-text">
            <a:extLst xmlns:a="http://schemas.openxmlformats.org/drawingml/2006/main">
              <a:ext uri="{FF2B5EF4-FFF2-40B4-BE49-F238E27FC236}">
                <a16:creationId xmlns:a16="http://schemas.microsoft.com/office/drawing/2014/main" id="{0EA13503-0774-47F7-BD2E-ADA3BB0C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053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D68"/>
                </a:solidFill>
              </a:defRPr>
            </a:pPr>
            <a:r>
              <a:rPr sz="1125" b="0">
                <a:solidFill>
                  <a:srgbClr val="5C6D68"/>
                </a:solidFill>
              </a:rPr>
              <a:t>方案与材料已完成 / 工程实现按计划推进</a:t>
            </a:r>
          </a:p>
        </p:txBody>
      </p:sp>
      <p:sp>
        <p:nvSpPr>
          <p:cNvPr id="63" name="box">
            <a:extLst xmlns:a="http://schemas.openxmlformats.org/drawingml/2006/main">
              <a:ext uri="{FF2B5EF4-FFF2-40B4-BE49-F238E27FC236}">
                <a16:creationId xmlns:a16="http://schemas.microsoft.com/office/drawing/2014/main" id="{8429A136-CAF4-4892-B6C8-51059B2E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overview-verdict">
            <a:extLst xmlns:a="http://schemas.openxmlformats.org/drawingml/2006/main">
              <a:ext uri="{FF2B5EF4-FFF2-40B4-BE49-F238E27FC236}">
                <a16:creationId xmlns:a16="http://schemas.microsoft.com/office/drawing/2014/main" id="{3A201D35-B222-4915-91E0-3D36CFDA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522"/>
                </a:solidFill>
              </a:defRPr>
            </a:pPr>
            <a:r>
              <a:rPr sz="1275" b="1">
                <a:solidFill>
                  <a:srgbClr val="182522"/>
                </a:solidFill>
              </a:rPr>
              <a:t>OpenSiri 用一个可落地的微信回复场景，验证桌面 Agent 团队如何被触发、协作、审计和由人接管。</a:t>
            </a:r>
          </a:p>
        </p:txBody>
      </p:sp>
    </p:spTree>
    <p:extLst>
      <p:ext uri="{BB962C8B-B14F-4D97-AF65-F5344CB8AC3E}">
        <p14:creationId xmlns:p14="http://schemas.microsoft.com/office/powerpoint/2010/main" val="407341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box">
            <a:extLst xmlns:a="http://schemas.openxmlformats.org/drawingml/2006/main">
              <a:ext uri="{FF2B5EF4-FFF2-40B4-BE49-F238E27FC236}">
                <a16:creationId xmlns:a16="http://schemas.microsoft.com/office/drawing/2014/main" id="{CD81BDFE-0A71-4639-8FF4-D206CFF5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F0244CFF-D8F6-4E65-BAB0-12F3F132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63330969-19D6-4F7B-A8C4-DFF62635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7559B816-0845-4BAA-92ED-F89CF261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187D8EA6-1B99-42C6-976A-B316593B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3298CB70-05A6-465D-9B6B-99887602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FD59994D-A99F-4898-B218-21D4A89A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73ABC588-88E4-4A7C-9211-E904B8DF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601B56CE-B9FF-4032-9EB8-C8716D71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DB0AC13E-7094-44CB-8765-C3216B1B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D9AC91D1-7C83-4EF4-8D46-513A2E4F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1E92F5BA-179A-4CCB-B3B2-ED78EEFC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5E32CC52-E2A5-4641-8FB1-0955DDFD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2832071F-3A6B-475F-A679-987DBF00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1AF806DC-EC81-49E9-9E2C-BB19EBD6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F306DF3F-0A6C-48A6-BEEA-7ACCCC58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C6589F87-A20B-4499-A870-3C680311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BD759A15-D5EA-481F-8D73-22990360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E50A756C-C488-4B30-A889-5DA01C13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ECBAEF16-4B35-4D6F-B210-D51F8F7A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2A6641DE-8332-4022-80E1-9654BC03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A384695C-5D50-45F8-A885-B9E32A3F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EBE86F5D-329F-43A3-87CC-436E07BF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B9A62346-C066-49A4-9911-B341E7A9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0BA3337C-23B0-4CDB-8AF8-271ECBB1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4D6CF324-8B50-4D7F-A340-6A201738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DB213352-AAEE-47D4-818A-BD15CC37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9C073CE5-7207-47F0-A201-9D551872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636D5A18-4A31-40E5-BCCB-15BBE9F2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4029631E-4454-4643-B143-C1CC21A9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E9C0C643-553A-4562-8A28-FC06FAC3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x">
            <a:extLst xmlns:a="http://schemas.openxmlformats.org/drawingml/2006/main">
              <a:ext uri="{FF2B5EF4-FFF2-40B4-BE49-F238E27FC236}">
                <a16:creationId xmlns:a16="http://schemas.microsoft.com/office/drawing/2014/main" id="{0F890B04-85A9-411C-969B-E9C1101F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rome-section">
            <a:extLst xmlns:a="http://schemas.openxmlformats.org/drawingml/2006/main">
              <a:ext uri="{FF2B5EF4-FFF2-40B4-BE49-F238E27FC236}">
                <a16:creationId xmlns:a16="http://schemas.microsoft.com/office/drawing/2014/main" id="{CF862B44-3659-4EEB-9555-87981582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68"/>
                </a:solidFill>
              </a:defRPr>
            </a:pPr>
            <a:r>
              <a:rPr sz="900" b="1">
                <a:solidFill>
                  <a:srgbClr val="5C6D68"/>
                </a:solidFill>
              </a:rPr>
              <a:t>CONTENTS</a:t>
            </a:r>
          </a:p>
        </p:txBody>
      </p:sp>
      <p:sp>
        <p:nvSpPr>
          <p:cNvPr id="34" name="chrome-number">
            <a:extLst xmlns:a="http://schemas.openxmlformats.org/drawingml/2006/main">
              <a:ext uri="{FF2B5EF4-FFF2-40B4-BE49-F238E27FC236}">
                <a16:creationId xmlns:a16="http://schemas.microsoft.com/office/drawing/2014/main" id="{32A62CC3-A85B-47DA-9BBD-41E5F1A4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865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D68"/>
                </a:solidFill>
              </a:defRPr>
            </a:pPr>
            <a:r>
              <a:rPr sz="1050" b="1">
                <a:solidFill>
                  <a:srgbClr val="5C6D68"/>
                </a:solidFill>
              </a:rPr>
              <a:t>03</a:t>
            </a:r>
          </a:p>
        </p:txBody>
      </p:sp>
      <p:sp>
        <p:nvSpPr>
          <p:cNvPr id="35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9A31F4DF-8321-4EF8-A7CC-65545076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CONTENTS</a:t>
            </a:r>
          </a:p>
        </p:txBody>
      </p:sp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E64F36-79F9-4EDE-99E8-F248ECBE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522"/>
                </a:solidFill>
              </a:defRPr>
            </a:pPr>
            <a:r>
              <a:rPr sz="3000" b="1">
                <a:solidFill>
                  <a:srgbClr val="182522"/>
                </a:solidFill>
              </a:rPr>
              <a:t>八章，把一个场景讲成一套可信基础设施</a:t>
            </a:r>
          </a:p>
        </p:txBody>
      </p:sp>
      <p:sp>
        <p:nvSpPr>
          <p:cNvPr id="3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7977BD7-3464-4566-AE31-84B9FED8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D68"/>
                </a:solidFill>
              </a:defRPr>
            </a:pPr>
            <a:r>
              <a:rPr sz="1425" b="0">
                <a:solidFill>
                  <a:srgbClr val="5C6D68"/>
                </a:solidFill>
              </a:rPr>
              <a:t>先回答用户为什么需要，再说明团队如何协作、验证与落地。</a:t>
            </a:r>
          </a:p>
        </p:txBody>
      </p:sp>
      <p:sp>
        <p:nvSpPr>
          <p:cNvPr id="38" name="contents-number-1">
            <a:extLst xmlns:a="http://schemas.openxmlformats.org/drawingml/2006/main">
              <a:ext uri="{FF2B5EF4-FFF2-40B4-BE49-F238E27FC236}">
                <a16:creationId xmlns:a16="http://schemas.microsoft.com/office/drawing/2014/main" id="{31C5661B-4DEE-491A-A0FA-1683C425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6D1"/>
                </a:solidFill>
              </a:defRPr>
            </a:pPr>
            <a:r>
              <a:rPr sz="1125" b="1">
                <a:solidFill>
                  <a:srgbClr val="1576D1"/>
                </a:solidFill>
              </a:rPr>
              <a:t>01</a:t>
            </a:r>
          </a:p>
        </p:txBody>
      </p:sp>
      <p:sp>
        <p:nvSpPr>
          <p:cNvPr id="39" name="box">
            <a:extLst xmlns:a="http://schemas.openxmlformats.org/drawingml/2006/main">
              <a:ext uri="{FF2B5EF4-FFF2-40B4-BE49-F238E27FC236}">
                <a16:creationId xmlns:a16="http://schemas.microsoft.com/office/drawing/2014/main" id="{F8501BFD-F412-44A0-912D-986A08D9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289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ontents-chapter-1">
            <a:extLst xmlns:a="http://schemas.openxmlformats.org/drawingml/2006/main">
              <a:ext uri="{FF2B5EF4-FFF2-40B4-BE49-F238E27FC236}">
                <a16:creationId xmlns:a16="http://schemas.microsoft.com/office/drawing/2014/main" id="{D10B4B86-459B-432B-9883-1A0E3A04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574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522"/>
                </a:solidFill>
              </a:defRPr>
            </a:pPr>
            <a:r>
              <a:rPr sz="1800" b="1">
                <a:solidFill>
                  <a:srgbClr val="182522"/>
                </a:solidFill>
              </a:rPr>
              <a:t>场景与价值</a:t>
            </a:r>
          </a:p>
        </p:txBody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3DBC31AD-8E7D-432B-9B5C-B6DB4C0A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ontents-number-2">
            <a:extLst xmlns:a="http://schemas.openxmlformats.org/drawingml/2006/main">
              <a:ext uri="{FF2B5EF4-FFF2-40B4-BE49-F238E27FC236}">
                <a16:creationId xmlns:a16="http://schemas.microsoft.com/office/drawing/2014/main" id="{39962300-CBC9-45B1-85C0-3E739AA3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6D1"/>
                </a:solidFill>
              </a:defRPr>
            </a:pPr>
            <a:r>
              <a:rPr sz="1125" b="1">
                <a:solidFill>
                  <a:srgbClr val="1576D1"/>
                </a:solidFill>
              </a:rPr>
              <a:t>02</a:t>
            </a:r>
          </a:p>
        </p:txBody>
      </p:sp>
      <p:sp>
        <p:nvSpPr>
          <p:cNvPr id="43" name="box">
            <a:extLst xmlns:a="http://schemas.openxmlformats.org/drawingml/2006/main">
              <a:ext uri="{FF2B5EF4-FFF2-40B4-BE49-F238E27FC236}">
                <a16:creationId xmlns:a16="http://schemas.microsoft.com/office/drawing/2014/main" id="{CC49F8A7-6406-4407-916C-F179DE0D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ontents-chapter-2">
            <a:extLst xmlns:a="http://schemas.openxmlformats.org/drawingml/2006/main">
              <a:ext uri="{FF2B5EF4-FFF2-40B4-BE49-F238E27FC236}">
                <a16:creationId xmlns:a16="http://schemas.microsoft.com/office/drawing/2014/main" id="{537F0A34-48F9-48C0-85D4-314B7358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194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522"/>
                </a:solidFill>
              </a:defRPr>
            </a:pPr>
            <a:r>
              <a:rPr sz="1800" b="1">
                <a:solidFill>
                  <a:srgbClr val="182522"/>
                </a:solidFill>
              </a:rPr>
              <a:t>方案总览</a:t>
            </a:r>
          </a:p>
        </p:txBody>
      </p:sp>
      <p:sp>
        <p:nvSpPr>
          <p:cNvPr id="45" name="box">
            <a:extLst xmlns:a="http://schemas.openxmlformats.org/drawingml/2006/main">
              <a:ext uri="{FF2B5EF4-FFF2-40B4-BE49-F238E27FC236}">
                <a16:creationId xmlns:a16="http://schemas.microsoft.com/office/drawing/2014/main" id="{2B74C4AB-693F-46F4-9358-79717A23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ontents-number-3">
            <a:extLst xmlns:a="http://schemas.openxmlformats.org/drawingml/2006/main">
              <a:ext uri="{FF2B5EF4-FFF2-40B4-BE49-F238E27FC236}">
                <a16:creationId xmlns:a16="http://schemas.microsoft.com/office/drawing/2014/main" id="{035E153E-09B0-43AD-80B0-87BD6B5A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6D1"/>
                </a:solidFill>
              </a:defRPr>
            </a:pPr>
            <a:r>
              <a:rPr sz="1125" b="1">
                <a:solidFill>
                  <a:srgbClr val="1576D1"/>
                </a:solidFill>
              </a:rPr>
              <a:t>03</a:t>
            </a:r>
          </a:p>
        </p:txBody>
      </p:sp>
      <p:sp>
        <p:nvSpPr>
          <p:cNvPr id="47" name="box">
            <a:extLst xmlns:a="http://schemas.openxmlformats.org/drawingml/2006/main">
              <a:ext uri="{FF2B5EF4-FFF2-40B4-BE49-F238E27FC236}">
                <a16:creationId xmlns:a16="http://schemas.microsoft.com/office/drawing/2014/main" id="{291DB657-5250-4C15-9B73-CBF999E3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529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ontents-chapter-3">
            <a:extLst xmlns:a="http://schemas.openxmlformats.org/drawingml/2006/main">
              <a:ext uri="{FF2B5EF4-FFF2-40B4-BE49-F238E27FC236}">
                <a16:creationId xmlns:a16="http://schemas.microsoft.com/office/drawing/2014/main" id="{8C70DFA0-8CCE-4C5C-95D2-2437C0DE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814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522"/>
                </a:solidFill>
              </a:defRPr>
            </a:pPr>
            <a:r>
              <a:rPr sz="1800" b="1">
                <a:solidFill>
                  <a:srgbClr val="182522"/>
                </a:solidFill>
              </a:rPr>
              <a:t>多 Agent 协同设计</a:t>
            </a:r>
          </a:p>
        </p:txBody>
      </p:sp>
      <p:sp>
        <p:nvSpPr>
          <p:cNvPr id="49" name="box">
            <a:extLst xmlns:a="http://schemas.openxmlformats.org/drawingml/2006/main">
              <a:ext uri="{FF2B5EF4-FFF2-40B4-BE49-F238E27FC236}">
                <a16:creationId xmlns:a16="http://schemas.microsoft.com/office/drawing/2014/main" id="{590DD875-7A96-4CD8-A62A-BC62C293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ntents-number-4">
            <a:extLst xmlns:a="http://schemas.openxmlformats.org/drawingml/2006/main">
              <a:ext uri="{FF2B5EF4-FFF2-40B4-BE49-F238E27FC236}">
                <a16:creationId xmlns:a16="http://schemas.microsoft.com/office/drawing/2014/main" id="{513F5222-FAB7-414A-B275-81E19231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6D1"/>
                </a:solidFill>
              </a:defRPr>
            </a:pPr>
            <a:r>
              <a:rPr sz="1125" b="1">
                <a:solidFill>
                  <a:srgbClr val="1576D1"/>
                </a:solidFill>
              </a:rPr>
              <a:t>04</a:t>
            </a:r>
          </a:p>
        </p:txBody>
      </p:sp>
      <p:sp>
        <p:nvSpPr>
          <p:cNvPr id="51" name="box">
            <a:extLst xmlns:a="http://schemas.openxmlformats.org/drawingml/2006/main">
              <a:ext uri="{FF2B5EF4-FFF2-40B4-BE49-F238E27FC236}">
                <a16:creationId xmlns:a16="http://schemas.microsoft.com/office/drawing/2014/main" id="{DCF73B4E-D28A-4DAE-B349-78557FA2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contents-chapter-4">
            <a:extLst xmlns:a="http://schemas.openxmlformats.org/drawingml/2006/main">
              <a:ext uri="{FF2B5EF4-FFF2-40B4-BE49-F238E27FC236}">
                <a16:creationId xmlns:a16="http://schemas.microsoft.com/office/drawing/2014/main" id="{A5809442-0C5A-468C-9C87-8EF4656B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7434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522"/>
                </a:solidFill>
              </a:defRPr>
            </a:pPr>
            <a:r>
              <a:rPr sz="1800" b="1">
                <a:solidFill>
                  <a:srgbClr val="182522"/>
                </a:solidFill>
              </a:rPr>
              <a:t>Skill 工程体系</a:t>
            </a:r>
          </a:p>
        </p:txBody>
      </p:sp>
      <p:sp>
        <p:nvSpPr>
          <p:cNvPr id="53" name="contents-number-5">
            <a:extLst xmlns:a="http://schemas.openxmlformats.org/drawingml/2006/main">
              <a:ext uri="{FF2B5EF4-FFF2-40B4-BE49-F238E27FC236}">
                <a16:creationId xmlns:a16="http://schemas.microsoft.com/office/drawing/2014/main" id="{4718D6F8-5FAE-489A-9510-9685DEA0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050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6D1"/>
                </a:solidFill>
              </a:defRPr>
            </a:pPr>
            <a:r>
              <a:rPr sz="1125" b="1">
                <a:solidFill>
                  <a:srgbClr val="1576D1"/>
                </a:solidFill>
              </a:rPr>
              <a:t>05</a:t>
            </a:r>
          </a:p>
        </p:txBody>
      </p:sp>
      <p:sp>
        <p:nvSpPr>
          <p:cNvPr id="54" name="box">
            <a:extLst xmlns:a="http://schemas.openxmlformats.org/drawingml/2006/main">
              <a:ext uri="{FF2B5EF4-FFF2-40B4-BE49-F238E27FC236}">
                <a16:creationId xmlns:a16="http://schemas.microsoft.com/office/drawing/2014/main" id="{57AF0C80-83C3-4430-9F1B-740AF38B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289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contents-chapter-5">
            <a:extLst xmlns:a="http://schemas.openxmlformats.org/drawingml/2006/main">
              <a:ext uri="{FF2B5EF4-FFF2-40B4-BE49-F238E27FC236}">
                <a16:creationId xmlns:a16="http://schemas.microsoft.com/office/drawing/2014/main" id="{1A48E3C7-56EE-4CE0-9AD2-5C082CA6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574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522"/>
                </a:solidFill>
              </a:defRPr>
            </a:pPr>
            <a:r>
              <a:rPr sz="1800" b="1">
                <a:solidFill>
                  <a:srgbClr val="182522"/>
                </a:solidFill>
              </a:rPr>
              <a:t>工程落地、运行验证与安全可审计</a:t>
            </a:r>
          </a:p>
        </p:txBody>
      </p:sp>
      <p:sp>
        <p:nvSpPr>
          <p:cNvPr id="56" name="box">
            <a:extLst xmlns:a="http://schemas.openxmlformats.org/drawingml/2006/main">
              <a:ext uri="{FF2B5EF4-FFF2-40B4-BE49-F238E27FC236}">
                <a16:creationId xmlns:a16="http://schemas.microsoft.com/office/drawing/2014/main" id="{770595C6-079A-450B-8EFE-D64C8D1B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99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contents-number-6">
            <a:extLst xmlns:a="http://schemas.openxmlformats.org/drawingml/2006/main">
              <a:ext uri="{FF2B5EF4-FFF2-40B4-BE49-F238E27FC236}">
                <a16:creationId xmlns:a16="http://schemas.microsoft.com/office/drawing/2014/main" id="{500DD094-2196-4771-B403-8A43F820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670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6D1"/>
                </a:solidFill>
              </a:defRPr>
            </a:pPr>
            <a:r>
              <a:rPr sz="1125" b="1">
                <a:solidFill>
                  <a:srgbClr val="1576D1"/>
                </a:solidFill>
              </a:rPr>
              <a:t>06</a:t>
            </a:r>
          </a:p>
        </p:txBody>
      </p:sp>
      <p:sp>
        <p:nvSpPr>
          <p:cNvPr id="58" name="box">
            <a:extLst xmlns:a="http://schemas.openxmlformats.org/drawingml/2006/main">
              <a:ext uri="{FF2B5EF4-FFF2-40B4-BE49-F238E27FC236}">
                <a16:creationId xmlns:a16="http://schemas.microsoft.com/office/drawing/2014/main" id="{DDA22136-4827-46BB-A442-B960329E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909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contents-chapter-6">
            <a:extLst xmlns:a="http://schemas.openxmlformats.org/drawingml/2006/main">
              <a:ext uri="{FF2B5EF4-FFF2-40B4-BE49-F238E27FC236}">
                <a16:creationId xmlns:a16="http://schemas.microsoft.com/office/drawing/2014/main" id="{3ECB02CD-3B6D-4734-A7DE-2C64ED25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194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522"/>
                </a:solidFill>
              </a:defRPr>
            </a:pPr>
            <a:r>
              <a:rPr sz="1800" b="1">
                <a:solidFill>
                  <a:srgbClr val="182522"/>
                </a:solidFill>
              </a:rPr>
              <a:t>开放 / 开源计划</a:t>
            </a:r>
          </a:p>
        </p:txBody>
      </p:sp>
      <p:sp>
        <p:nvSpPr>
          <p:cNvPr id="60" name="box">
            <a:extLst xmlns:a="http://schemas.openxmlformats.org/drawingml/2006/main">
              <a:ext uri="{FF2B5EF4-FFF2-40B4-BE49-F238E27FC236}">
                <a16:creationId xmlns:a16="http://schemas.microsoft.com/office/drawing/2014/main" id="{FBDB70C6-0D7F-4D99-BC92-A60C8192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719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contents-number-7">
            <a:extLst xmlns:a="http://schemas.openxmlformats.org/drawingml/2006/main">
              <a:ext uri="{FF2B5EF4-FFF2-40B4-BE49-F238E27FC236}">
                <a16:creationId xmlns:a16="http://schemas.microsoft.com/office/drawing/2014/main" id="{18FB506C-0BD2-4972-85A9-896CFDA5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290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6D1"/>
                </a:solidFill>
              </a:defRPr>
            </a:pPr>
            <a:r>
              <a:rPr sz="1125" b="1">
                <a:solidFill>
                  <a:srgbClr val="1576D1"/>
                </a:solidFill>
              </a:rPr>
              <a:t>07</a:t>
            </a:r>
          </a:p>
        </p:txBody>
      </p:sp>
      <p:sp>
        <p:nvSpPr>
          <p:cNvPr id="62" name="box">
            <a:extLst xmlns:a="http://schemas.openxmlformats.org/drawingml/2006/main">
              <a:ext uri="{FF2B5EF4-FFF2-40B4-BE49-F238E27FC236}">
                <a16:creationId xmlns:a16="http://schemas.microsoft.com/office/drawing/2014/main" id="{E5A9EAB5-EE7C-47E2-9163-32AEED05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529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contents-chapter-7">
            <a:extLst xmlns:a="http://schemas.openxmlformats.org/drawingml/2006/main">
              <a:ext uri="{FF2B5EF4-FFF2-40B4-BE49-F238E27FC236}">
                <a16:creationId xmlns:a16="http://schemas.microsoft.com/office/drawing/2014/main" id="{B45D231C-3469-4808-9F0B-923B0CE5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814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522"/>
                </a:solidFill>
              </a:defRPr>
            </a:pPr>
            <a:r>
              <a:rPr sz="1800" b="1">
                <a:solidFill>
                  <a:srgbClr val="182522"/>
                </a:solidFill>
              </a:rPr>
              <a:t>落地计划与进展</a:t>
            </a:r>
          </a:p>
        </p:txBody>
      </p:sp>
      <p:sp>
        <p:nvSpPr>
          <p:cNvPr id="64" name="box">
            <a:extLst xmlns:a="http://schemas.openxmlformats.org/drawingml/2006/main">
              <a:ext uri="{FF2B5EF4-FFF2-40B4-BE49-F238E27FC236}">
                <a16:creationId xmlns:a16="http://schemas.microsoft.com/office/drawing/2014/main" id="{B6C769FE-B8DC-49E3-B967-6FC045AF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339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contents-number-8">
            <a:extLst xmlns:a="http://schemas.openxmlformats.org/drawingml/2006/main">
              <a:ext uri="{FF2B5EF4-FFF2-40B4-BE49-F238E27FC236}">
                <a16:creationId xmlns:a16="http://schemas.microsoft.com/office/drawing/2014/main" id="{11593AA5-F2D8-4450-B01B-0AA96D13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910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6D1"/>
                </a:solidFill>
              </a:defRPr>
            </a:pPr>
            <a:r>
              <a:rPr sz="1125" b="1">
                <a:solidFill>
                  <a:srgbClr val="1576D1"/>
                </a:solidFill>
              </a:rPr>
              <a:t>08</a:t>
            </a:r>
          </a:p>
        </p:txBody>
      </p:sp>
      <p:sp>
        <p:nvSpPr>
          <p:cNvPr id="66" name="box">
            <a:extLst xmlns:a="http://schemas.openxmlformats.org/drawingml/2006/main">
              <a:ext uri="{FF2B5EF4-FFF2-40B4-BE49-F238E27FC236}">
                <a16:creationId xmlns:a16="http://schemas.microsoft.com/office/drawing/2014/main" id="{7A055F36-C0C1-47EC-8548-5296586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149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contents-chapter-8">
            <a:extLst xmlns:a="http://schemas.openxmlformats.org/drawingml/2006/main">
              <a:ext uri="{FF2B5EF4-FFF2-40B4-BE49-F238E27FC236}">
                <a16:creationId xmlns:a16="http://schemas.microsoft.com/office/drawing/2014/main" id="{78CD14D3-86C1-492C-8EBD-B19AB07A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434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522"/>
                </a:solidFill>
              </a:defRPr>
            </a:pPr>
            <a:r>
              <a:rPr sz="1800" b="1">
                <a:solidFill>
                  <a:srgbClr val="182522"/>
                </a:solidFill>
              </a:rPr>
              <a:t>团队介绍</a:t>
            </a:r>
          </a:p>
        </p:txBody>
      </p:sp>
      <p:sp>
        <p:nvSpPr>
          <p:cNvPr id="68" name="contents-scoring-narrative">
            <a:extLst xmlns:a="http://schemas.openxmlformats.org/drawingml/2006/main">
              <a:ext uri="{FF2B5EF4-FFF2-40B4-BE49-F238E27FC236}">
                <a16:creationId xmlns:a16="http://schemas.microsoft.com/office/drawing/2014/main" id="{AC2E1B82-15C0-4100-861B-169CCC7D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D68"/>
                </a:solidFill>
              </a:defRPr>
            </a:pPr>
            <a:r>
              <a:rPr sz="1125" b="1">
                <a:solidFill>
                  <a:srgbClr val="5C6D68"/>
                </a:solidFill>
              </a:rPr>
              <a:t>评分叙事：价值 25% · 多 Agent 协同 25% · 工程与安全可审计</a:t>
            </a:r>
          </a:p>
        </p:txBody>
      </p:sp>
    </p:spTree>
    <p:extLst>
      <p:ext uri="{BB962C8B-B14F-4D97-AF65-F5344CB8AC3E}">
        <p14:creationId xmlns:p14="http://schemas.microsoft.com/office/powerpoint/2010/main" val="12312550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2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box">
            <a:extLst xmlns:a="http://schemas.openxmlformats.org/drawingml/2006/main">
              <a:ext uri="{FF2B5EF4-FFF2-40B4-BE49-F238E27FC236}">
                <a16:creationId xmlns:a16="http://schemas.microsoft.com/office/drawing/2014/main" id="{B41FBA32-D565-420A-9573-B6C7931D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5C24499F-A134-4E52-8364-B94A8DEF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7C50F6D0-D467-456C-A5AA-3D452E3B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15F519E6-F65C-4AB0-A84C-2D891E82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4616F08B-7054-473F-94C1-FCC156BB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86887E28-5113-4080-853D-63407C44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187C6AF0-EB93-4364-93BC-F1394754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F5395FA0-6CCE-4167-87A2-AAAE8F21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2F319326-BC52-4874-8920-D22FA936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525D0D7C-6597-45C2-A07F-FA25C952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53BE5BBD-4BAD-448F-907D-30843505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F67F8D6D-DA8E-40D0-89A8-E7DF0182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F0887788-A94C-42D6-8235-3BD09142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E05F8ABD-77E9-4641-8F3B-86D562F4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0CC22F21-736B-4BD7-B742-95153810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19809089-7AEC-472E-8990-75F0B3B7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78D9F2F2-1C9E-4954-A832-4A3B9A69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09C46563-19A3-4CA4-8159-748857E7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9D1660E6-DC2E-40E8-8A94-19922ACE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267FDA5D-3894-4CC7-A8D5-BC014E68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0543026E-B3DC-4EC1-9399-DA699ED7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A3227417-D417-402F-BC10-93B68E28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3446F258-76B1-4F39-AAD3-65D98253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E3761E9B-6CB3-4D93-9D71-85E53695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D311F40A-B433-4BB0-A4AB-489F31D3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BF231432-B1D3-4B55-BDCB-F439ECE1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33E55FD2-7955-45F1-A0E9-56B24357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6FFFF724-0DD6-40A7-B014-1D096E7E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9E1C8809-C76D-4095-A9A6-4EB1C078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62E0EBBD-01EE-47F8-912D-177C8F71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CFA42389-C8AE-4C92-9507-8CCD4C32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ction-chapter">
            <a:extLst xmlns:a="http://schemas.openxmlformats.org/drawingml/2006/main">
              <a:ext uri="{FF2B5EF4-FFF2-40B4-BE49-F238E27FC236}">
                <a16:creationId xmlns:a16="http://schemas.microsoft.com/office/drawing/2014/main" id="{0E04A7D5-E3E0-4171-BB63-CB8EE454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D7B6"/>
                </a:solidFill>
              </a:defRPr>
            </a:pPr>
            <a:r>
              <a:rPr sz="1050" b="1">
                <a:solidFill>
                  <a:srgbClr val="55D7B6"/>
                </a:solidFill>
              </a:rPr>
              <a:t>CHAPTER 01</a:t>
            </a:r>
          </a:p>
        </p:txBody>
      </p:sp>
      <p:sp>
        <p:nvSpPr>
          <p:cNvPr id="3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4BF757DD-7A24-4F68-84B3-187260DC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场景与价值</a:t>
            </a:r>
          </a:p>
        </p:txBody>
      </p:sp>
      <p:sp>
        <p:nvSpPr>
          <p:cNvPr id="34" name="section-promise">
            <a:extLst xmlns:a="http://schemas.openxmlformats.org/drawingml/2006/main">
              <a:ext uri="{FF2B5EF4-FFF2-40B4-BE49-F238E27FC236}">
                <a16:creationId xmlns:a16="http://schemas.microsoft.com/office/drawing/2014/main" id="{8DF669F3-5DCE-48BA-AAA2-A8338B09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BD1C8"/>
                </a:solidFill>
              </a:defRPr>
            </a:pPr>
            <a:r>
              <a:rPr sz="1875" b="0">
                <a:solidFill>
                  <a:srgbClr val="BBD1C8"/>
                </a:solidFill>
              </a:rPr>
              <a:t>先从最难回的一句话开始</a:t>
            </a:r>
          </a:p>
        </p:txBody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4CFD025F-A072-46AA-A3D2-C54C1E25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62000"/>
            <a:ext cx="1581150" cy="1581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ection-score">
            <a:extLst xmlns:a="http://schemas.openxmlformats.org/drawingml/2006/main">
              <a:ext uri="{FF2B5EF4-FFF2-40B4-BE49-F238E27FC236}">
                <a16:creationId xmlns:a16="http://schemas.microsoft.com/office/drawing/2014/main" id="{2557CD56-26E5-4290-8B32-7B2C30CD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162050"/>
            <a:ext cx="135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D2420"/>
                </a:solidFill>
              </a:defRPr>
            </a:pPr>
            <a:r>
              <a:rPr sz="3150" b="1">
                <a:solidFill>
                  <a:srgbClr val="0D2420"/>
                </a:solidFill>
              </a:rPr>
              <a:t>25%</a:t>
            </a:r>
          </a:p>
        </p:txBody>
      </p:sp>
      <p:sp>
        <p:nvSpPr>
          <p:cNvPr id="37" name="section-score-label">
            <a:extLst xmlns:a="http://schemas.openxmlformats.org/drawingml/2006/main">
              <a:ext uri="{FF2B5EF4-FFF2-40B4-BE49-F238E27FC236}">
                <a16:creationId xmlns:a16="http://schemas.microsoft.com/office/drawing/2014/main" id="{A0079BEE-3FCD-4F18-91C3-3F6FBB5E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24025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D2420"/>
                </a:solidFill>
              </a:defRPr>
            </a:pPr>
            <a:r>
              <a:rPr sz="825" b="1">
                <a:solidFill>
                  <a:srgbClr val="0D2420"/>
                </a:solidFill>
              </a:rPr>
              <a:t>EVALUATION</a:t>
            </a:r>
          </a:p>
          <a:p xmlns:a="http://schemas.openxmlformats.org/drawingml/2006/main">
            <a:pPr algn="ctr">
              <a:defRPr sz="825" b="1">
                <a:solidFill>
                  <a:srgbClr val="0D2420"/>
                </a:solidFill>
              </a:defRPr>
            </a:pPr>
            <a:r>
              <a:rPr sz="825" b="1">
                <a:solidFill>
                  <a:srgbClr val="0D2420"/>
                </a:solidFill>
              </a:rPr>
              <a:t>WEIGHT</a:t>
            </a:r>
          </a:p>
        </p:txBody>
      </p:sp>
      <p:sp>
        <p:nvSpPr>
          <p:cNvPr id="38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3932A9A7-2A50-49A5-8072-D5D943C7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53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BD1C8"/>
                </a:solidFill>
              </a:defRPr>
            </a:pPr>
            <a:r>
              <a:rPr sz="1050" b="1">
                <a:solidFill>
                  <a:srgbClr val="BBD1C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145424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box">
            <a:extLst xmlns:a="http://schemas.openxmlformats.org/drawingml/2006/main">
              <a:ext uri="{FF2B5EF4-FFF2-40B4-BE49-F238E27FC236}">
                <a16:creationId xmlns:a16="http://schemas.microsoft.com/office/drawing/2014/main" id="{AE1EEB87-582D-4957-9645-02A8CF65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DCA318CF-2BB1-44F3-9EA8-4F6B1A43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136E7CEF-5C87-4370-A8E1-E8154F08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20A10D60-9B4F-4483-8855-476C1439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739D5239-C838-4B93-BE70-49D39831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974D5725-EEC2-4BDD-A4CD-5539F67B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B18C9FDC-8611-4CF7-87A0-86587C5F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1F952474-6289-4ECF-BFB6-831360DA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DA084E1F-8568-486C-8A91-9B3D0830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C3814D43-9D1D-4214-B502-1F384A2E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535D228F-C166-4E67-9C81-A9CA9D0D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D53F7D62-1153-4D2B-967E-91854A9B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D3A62C6B-0AE6-41EF-AC08-84DD8A85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3BE948C8-3ACC-42C0-B1FD-5FDEBC8F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AC4FAB58-0F55-4F8E-A52C-2F493FF3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A66BFBCC-EB3C-484C-9577-B1C14E30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D9A01634-94CA-49F3-9CFB-F6F1BCD6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9B23B8FD-460F-41F1-9486-7F2C3E6E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F54219E7-A222-4742-9D00-B73BA8CB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48758DB5-C6A5-4ED6-81EC-2B298A85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B348A713-50DA-4668-A697-26B1C034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1122772B-35A1-4B46-B203-E05A49EB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9A24B240-7789-43EC-964E-71EF44D5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A9C60ACD-607B-45E0-9E2F-369C0B87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1BAA61D0-B3AC-410D-8AE1-46BFEE4B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3721E851-556B-42FA-AE1B-972919C2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DA62DD86-ADB6-41B2-8C33-5EFA584C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AE9ACF40-F4F7-4210-A392-E231C489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D0FECC5B-1E74-466E-ABA0-4E3B2AE7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7C8C80BE-D697-4E61-A97E-AAD1C817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CD46266B-E4F2-4D95-96CD-E9233F9F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x">
            <a:extLst xmlns:a="http://schemas.openxmlformats.org/drawingml/2006/main">
              <a:ext uri="{FF2B5EF4-FFF2-40B4-BE49-F238E27FC236}">
                <a16:creationId xmlns:a16="http://schemas.microsoft.com/office/drawing/2014/main" id="{70889883-F3D3-4028-A236-53177809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rome-section">
            <a:extLst xmlns:a="http://schemas.openxmlformats.org/drawingml/2006/main">
              <a:ext uri="{FF2B5EF4-FFF2-40B4-BE49-F238E27FC236}">
                <a16:creationId xmlns:a16="http://schemas.microsoft.com/office/drawing/2014/main" id="{2EC8D3C4-FCB6-4511-B823-DA344EB3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68"/>
                </a:solidFill>
              </a:defRPr>
            </a:pPr>
            <a:r>
              <a:rPr sz="900" b="1">
                <a:solidFill>
                  <a:srgbClr val="5C6D68"/>
                </a:solidFill>
              </a:rPr>
              <a:t>VALUE</a:t>
            </a:r>
          </a:p>
        </p:txBody>
      </p:sp>
      <p:sp>
        <p:nvSpPr>
          <p:cNvPr id="34" name="chrome-number">
            <a:extLst xmlns:a="http://schemas.openxmlformats.org/drawingml/2006/main">
              <a:ext uri="{FF2B5EF4-FFF2-40B4-BE49-F238E27FC236}">
                <a16:creationId xmlns:a16="http://schemas.microsoft.com/office/drawing/2014/main" id="{3F90E322-767F-429D-95BD-E271D5DF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865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D68"/>
                </a:solidFill>
              </a:defRPr>
            </a:pPr>
            <a:r>
              <a:rPr sz="1050" b="1">
                <a:solidFill>
                  <a:srgbClr val="5C6D68"/>
                </a:solidFill>
              </a:rPr>
              <a:t>05</a:t>
            </a:r>
          </a:p>
        </p:txBody>
      </p:sp>
      <p:sp>
        <p:nvSpPr>
          <p:cNvPr id="35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01AE7553-76BE-4A1F-A2B3-9BEC0FF9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SCENE / VALUE</a:t>
            </a:r>
          </a:p>
        </p:txBody>
      </p:sp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B6A918-EF40-4338-9A1B-509627E3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522"/>
                </a:solidFill>
              </a:defRPr>
            </a:pPr>
            <a:r>
              <a:rPr sz="3000" b="1">
                <a:solidFill>
                  <a:srgbClr val="182522"/>
                </a:solidFill>
              </a:rPr>
              <a:t>看懂上下文，不等于知道该怎么回</a:t>
            </a:r>
          </a:p>
        </p:txBody>
      </p:sp>
      <p:sp>
        <p:nvSpPr>
          <p:cNvPr id="3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7B0CDC9-BC7B-4CD6-B053-C8364FFA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D68"/>
                </a:solidFill>
              </a:defRPr>
            </a:pPr>
            <a:r>
              <a:rPr sz="1425" b="0">
                <a:solidFill>
                  <a:srgbClr val="5C6D68"/>
                </a:solidFill>
              </a:rPr>
              <a:t>OpenSiri 把系统级截图入口与可控协作建议放在同一条链路里。 </a:t>
            </a:r>
          </a:p>
        </p:txBody>
      </p:sp>
      <p:sp>
        <p:nvSpPr>
          <p:cNvPr id="38" name="box">
            <a:extLst xmlns:a="http://schemas.openxmlformats.org/drawingml/2006/main">
              <a:ext uri="{FF2B5EF4-FFF2-40B4-BE49-F238E27FC236}">
                <a16:creationId xmlns:a16="http://schemas.microsoft.com/office/drawing/2014/main" id="{1BA59586-2067-47DC-9235-980AA225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438650" cy="2990850"/>
          </a:xfrm>
          <a:prstGeom xmlns:a="http://schemas.openxmlformats.org/drawingml/2006/main" prst="roundRect">
            <a:avLst>
              <a:gd name="adj" fmla="val 5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39" name="conversation-text-card-disclaimer">
            <a:extLst xmlns:a="http://schemas.openxmlformats.org/drawingml/2006/main">
              <a:ext uri="{FF2B5EF4-FFF2-40B4-BE49-F238E27FC236}">
                <a16:creationId xmlns:a16="http://schemas.microsoft.com/office/drawing/2014/main" id="{EE0CDB5C-5771-4661-BF08-EAD5EBDE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D68"/>
                </a:solidFill>
              </a:defRPr>
            </a:pPr>
            <a:r>
              <a:rPr sz="975" b="1">
                <a:solidFill>
                  <a:srgbClr val="5C6D68"/>
                </a:solidFill>
              </a:rPr>
              <a:t>对话文本结构卡 / 非真实微信截图</a:t>
            </a:r>
          </a:p>
        </p:txBody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59DA3F90-1383-4773-A835-A08066A9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AFD88E01-9634-4E94-8506-838FF170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39433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42" name="conversation-text-card-message-1">
            <a:extLst xmlns:a="http://schemas.openxmlformats.org/drawingml/2006/main">
              <a:ext uri="{FF2B5EF4-FFF2-40B4-BE49-F238E27FC236}">
                <a16:creationId xmlns:a16="http://schemas.microsoft.com/office/drawing/2014/main" id="{31179742-E867-468F-978F-0E64E34C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8610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522"/>
                </a:solidFill>
              </a:defRPr>
            </a:pPr>
            <a:r>
              <a:rPr sz="1050" b="0">
                <a:solidFill>
                  <a:srgbClr val="182522"/>
                </a:solidFill>
              </a:rPr>
              <a:t>对方 · 任务推进</a:t>
            </a:r>
          </a:p>
          <a:p xmlns:a="http://schemas.openxmlformats.org/drawingml/2006/main">
            <a:pPr algn="l">
              <a:defRPr sz="1050" b="0">
                <a:solidFill>
                  <a:srgbClr val="182522"/>
                </a:solidFill>
              </a:defRPr>
            </a:pPr>
            <a:r>
              <a:rPr sz="1050" b="0">
                <a:solidFill>
                  <a:srgbClr val="182522"/>
                </a:solidFill>
              </a:rPr>
              <a:t>周三的方案你能先给我个版本吗？</a:t>
            </a:r>
          </a:p>
        </p:txBody>
      </p:sp>
      <p:sp>
        <p:nvSpPr>
          <p:cNvPr id="43" name="box">
            <a:extLst xmlns:a="http://schemas.openxmlformats.org/drawingml/2006/main">
              <a:ext uri="{FF2B5EF4-FFF2-40B4-BE49-F238E27FC236}">
                <a16:creationId xmlns:a16="http://schemas.microsoft.com/office/drawing/2014/main" id="{3C151407-AB44-4D1F-A4E1-900EF6F2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39433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44" name="conversation-text-card-message-2">
            <a:extLst xmlns:a="http://schemas.openxmlformats.org/drawingml/2006/main">
              <a:ext uri="{FF2B5EF4-FFF2-40B4-BE49-F238E27FC236}">
                <a16:creationId xmlns:a16="http://schemas.microsoft.com/office/drawing/2014/main" id="{7FDAF281-3C77-431F-A791-217169B8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522"/>
                </a:solidFill>
              </a:defRPr>
            </a:pPr>
            <a:r>
              <a:rPr sz="1050" b="0">
                <a:solidFill>
                  <a:srgbClr val="182522"/>
                </a:solidFill>
              </a:rPr>
              <a:t>用户草稿 · 尚未发送</a:t>
            </a:r>
          </a:p>
          <a:p xmlns:a="http://schemas.openxmlformats.org/drawingml/2006/main">
            <a:pPr algn="l">
              <a:defRPr sz="1050" b="0">
                <a:solidFill>
                  <a:srgbClr val="182522"/>
                </a:solidFill>
              </a:defRPr>
            </a:pPr>
            <a:r>
              <a:rPr sz="1050" b="0">
                <a:solidFill>
                  <a:srgbClr val="182522"/>
                </a:solidFill>
              </a:rPr>
              <a:t>我今天在外面，晚些给你。</a:t>
            </a:r>
          </a:p>
        </p:txBody>
      </p:sp>
      <p:sp>
        <p:nvSpPr>
          <p:cNvPr id="45" name="box">
            <a:extLst xmlns:a="http://schemas.openxmlformats.org/drawingml/2006/main">
              <a:ext uri="{FF2B5EF4-FFF2-40B4-BE49-F238E27FC236}">
                <a16:creationId xmlns:a16="http://schemas.microsoft.com/office/drawing/2014/main" id="{2C0F526A-38C4-451A-9428-003C23BF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39433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46" name="conversation-text-card-message-3">
            <a:extLst xmlns:a="http://schemas.openxmlformats.org/drawingml/2006/main">
              <a:ext uri="{FF2B5EF4-FFF2-40B4-BE49-F238E27FC236}">
                <a16:creationId xmlns:a16="http://schemas.microsoft.com/office/drawing/2014/main" id="{F71EEB54-3675-4F87-BA54-56CD729F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522"/>
                </a:solidFill>
              </a:defRPr>
            </a:pPr>
            <a:r>
              <a:rPr sz="1050" b="0">
                <a:solidFill>
                  <a:srgbClr val="182522"/>
                </a:solidFill>
              </a:rPr>
              <a:t>对方 · 时间压力</a:t>
            </a:r>
          </a:p>
          <a:p xmlns:a="http://schemas.openxmlformats.org/drawingml/2006/main">
            <a:pPr algn="l">
              <a:defRPr sz="1050" b="0">
                <a:solidFill>
                  <a:srgbClr val="182522"/>
                </a:solidFill>
              </a:defRPr>
            </a:pPr>
            <a:r>
              <a:rPr sz="1050" b="0">
                <a:solidFill>
                  <a:srgbClr val="182522"/>
                </a:solidFill>
              </a:rPr>
              <a:t>项目很急，最好上午能有。</a:t>
            </a:r>
          </a:p>
        </p:txBody>
      </p:sp>
      <p:sp>
        <p:nvSpPr>
          <p:cNvPr id="47" name="dot">
            <a:extLst xmlns:a="http://schemas.openxmlformats.org/drawingml/2006/main">
              <a:ext uri="{FF2B5EF4-FFF2-40B4-BE49-F238E27FC236}">
                <a16:creationId xmlns:a16="http://schemas.microsoft.com/office/drawing/2014/main" id="{7A4865CE-A249-4C24-B86C-309BE63C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431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value-problem-index-1">
            <a:extLst xmlns:a="http://schemas.openxmlformats.org/drawingml/2006/main">
              <a:ext uri="{FF2B5EF4-FFF2-40B4-BE49-F238E27FC236}">
                <a16:creationId xmlns:a16="http://schemas.microsoft.com/office/drawing/2014/main" id="{118E5173-2095-4211-A5AE-866423D4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62225"/>
            <a:ext cx="228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D2420"/>
                </a:solidFill>
              </a:defRPr>
            </a:pPr>
            <a:r>
              <a:rPr sz="825" b="1">
                <a:solidFill>
                  <a:srgbClr val="0D2420"/>
                </a:solidFill>
              </a:rPr>
              <a:t>1</a:t>
            </a:r>
          </a:p>
        </p:txBody>
      </p:sp>
      <p:sp>
        <p:nvSpPr>
          <p:cNvPr id="49" name="value-problem-1">
            <a:extLst xmlns:a="http://schemas.openxmlformats.org/drawingml/2006/main">
              <a:ext uri="{FF2B5EF4-FFF2-40B4-BE49-F238E27FC236}">
                <a16:creationId xmlns:a16="http://schemas.microsoft.com/office/drawing/2014/main" id="{9ACF0BDD-A2B3-4951-8DC1-C0E87DC7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765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522"/>
                </a:solidFill>
              </a:defRPr>
            </a:pPr>
            <a:r>
              <a:rPr sz="1800" b="1">
                <a:solidFill>
                  <a:srgbClr val="182522"/>
                </a:solidFill>
              </a:rPr>
              <a:t>看懂上下文，不等于知道该怎么回</a:t>
            </a:r>
          </a:p>
        </p:txBody>
      </p:sp>
      <p:sp>
        <p:nvSpPr>
          <p:cNvPr id="50" name="box">
            <a:extLst xmlns:a="http://schemas.openxmlformats.org/drawingml/2006/main">
              <a:ext uri="{FF2B5EF4-FFF2-40B4-BE49-F238E27FC236}">
                <a16:creationId xmlns:a16="http://schemas.microsoft.com/office/drawing/2014/main" id="{B48E29C4-ECC8-4DE8-9069-E499A9B6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861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dot">
            <a:extLst xmlns:a="http://schemas.openxmlformats.org/drawingml/2006/main">
              <a:ext uri="{FF2B5EF4-FFF2-40B4-BE49-F238E27FC236}">
                <a16:creationId xmlns:a16="http://schemas.microsoft.com/office/drawing/2014/main" id="{725C02F2-0D02-4174-9C02-4E80CB13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19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value-problem-index-2">
            <a:extLst xmlns:a="http://schemas.openxmlformats.org/drawingml/2006/main">
              <a:ext uri="{FF2B5EF4-FFF2-40B4-BE49-F238E27FC236}">
                <a16:creationId xmlns:a16="http://schemas.microsoft.com/office/drawing/2014/main" id="{7E28D07B-9605-4DB0-9208-DA976425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38525"/>
            <a:ext cx="228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D2420"/>
                </a:solidFill>
              </a:defRPr>
            </a:pPr>
            <a:r>
              <a:rPr sz="825" b="1">
                <a:solidFill>
                  <a:srgbClr val="0D2420"/>
                </a:solidFill>
              </a:rPr>
              <a:t>2</a:t>
            </a:r>
          </a:p>
        </p:txBody>
      </p:sp>
      <p:sp>
        <p:nvSpPr>
          <p:cNvPr id="53" name="value-problem-2">
            <a:extLst xmlns:a="http://schemas.openxmlformats.org/drawingml/2006/main">
              <a:ext uri="{FF2B5EF4-FFF2-40B4-BE49-F238E27FC236}">
                <a16:creationId xmlns:a16="http://schemas.microsoft.com/office/drawing/2014/main" id="{535CC288-B05C-4112-A281-A033844F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528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522"/>
                </a:solidFill>
              </a:defRPr>
            </a:pPr>
            <a:r>
              <a:rPr sz="1800" b="1">
                <a:solidFill>
                  <a:srgbClr val="182522"/>
                </a:solidFill>
              </a:rPr>
              <a:t>同一句话，要结合关系、目的和表达习惯</a:t>
            </a:r>
          </a:p>
        </p:txBody>
      </p:sp>
      <p:sp>
        <p:nvSpPr>
          <p:cNvPr id="54" name="box">
            <a:extLst xmlns:a="http://schemas.openxmlformats.org/drawingml/2006/main">
              <a:ext uri="{FF2B5EF4-FFF2-40B4-BE49-F238E27FC236}">
                <a16:creationId xmlns:a16="http://schemas.microsoft.com/office/drawing/2014/main" id="{4C6ADBDF-1966-4B59-91F3-C4454771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624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dot">
            <a:extLst xmlns:a="http://schemas.openxmlformats.org/drawingml/2006/main">
              <a:ext uri="{FF2B5EF4-FFF2-40B4-BE49-F238E27FC236}">
                <a16:creationId xmlns:a16="http://schemas.microsoft.com/office/drawing/2014/main" id="{5BDFE085-D83B-41E2-83CF-0212B9C8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957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value-problem-index-3">
            <a:extLst xmlns:a="http://schemas.openxmlformats.org/drawingml/2006/main">
              <a:ext uri="{FF2B5EF4-FFF2-40B4-BE49-F238E27FC236}">
                <a16:creationId xmlns:a16="http://schemas.microsoft.com/office/drawing/2014/main" id="{36414EFA-E873-45EF-8ABE-0A829EBD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14825"/>
            <a:ext cx="228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D2420"/>
                </a:solidFill>
              </a:defRPr>
            </a:pPr>
            <a:r>
              <a:rPr sz="825" b="1">
                <a:solidFill>
                  <a:srgbClr val="0D2420"/>
                </a:solidFill>
              </a:rPr>
              <a:t>3</a:t>
            </a:r>
          </a:p>
        </p:txBody>
      </p:sp>
      <p:sp>
        <p:nvSpPr>
          <p:cNvPr id="57" name="value-problem-3">
            <a:extLst xmlns:a="http://schemas.openxmlformats.org/drawingml/2006/main">
              <a:ext uri="{FF2B5EF4-FFF2-40B4-BE49-F238E27FC236}">
                <a16:creationId xmlns:a16="http://schemas.microsoft.com/office/drawing/2014/main" id="{2E2997E3-5BD6-4AA7-B7E9-ADE6FE9C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291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522"/>
                </a:solidFill>
              </a:defRPr>
            </a:pPr>
            <a:r>
              <a:rPr sz="1800" b="1">
                <a:solidFill>
                  <a:srgbClr val="182522"/>
                </a:solidFill>
              </a:rPr>
              <a:t>用户需要建议，但不希望 AI 越权发送</a:t>
            </a:r>
          </a:p>
        </p:txBody>
      </p:sp>
      <p:sp>
        <p:nvSpPr>
          <p:cNvPr id="58" name="box">
            <a:extLst xmlns:a="http://schemas.openxmlformats.org/drawingml/2006/main">
              <a:ext uri="{FF2B5EF4-FFF2-40B4-BE49-F238E27FC236}">
                <a16:creationId xmlns:a16="http://schemas.microsoft.com/office/drawing/2014/main" id="{7A93762C-63D9-4435-BC66-965C3165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FBF4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59" name="value-differentiators">
            <a:extLst xmlns:a="http://schemas.openxmlformats.org/drawingml/2006/main">
              <a:ext uri="{FF2B5EF4-FFF2-40B4-BE49-F238E27FC236}">
                <a16:creationId xmlns:a16="http://schemas.microsoft.com/office/drawing/2014/main" id="{F48D5129-D096-4DF1-8B6B-F9BAAD25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48325"/>
            <a:ext cx="10401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522"/>
                </a:solidFill>
              </a:defRPr>
            </a:pPr>
            <a:r>
              <a:rPr sz="1200" b="1">
                <a:solidFill>
                  <a:srgbClr val="182522"/>
                </a:solidFill>
              </a:rPr>
              <a:t>系统级入口 · 本地 OCR · 个性化上下文 · 多人协作式推理 · 人工最终控制</a:t>
            </a:r>
          </a:p>
        </p:txBody>
      </p:sp>
    </p:spTree>
    <p:extLst>
      <p:ext uri="{BB962C8B-B14F-4D97-AF65-F5344CB8AC3E}">
        <p14:creationId xmlns:p14="http://schemas.microsoft.com/office/powerpoint/2010/main" val="19750436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2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box">
            <a:extLst xmlns:a="http://schemas.openxmlformats.org/drawingml/2006/main">
              <a:ext uri="{FF2B5EF4-FFF2-40B4-BE49-F238E27FC236}">
                <a16:creationId xmlns:a16="http://schemas.microsoft.com/office/drawing/2014/main" id="{9B487915-726A-4341-A55D-DF5752D0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69A6AF90-3B7E-455B-BCA3-FCB747C3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8DC2EC65-5D2F-44F7-A2A1-2111CB33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A884141C-4A00-4D2E-B28E-4C636856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E647780D-76D3-4B65-8923-1A513D09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4EECFB1B-FA54-43A7-AAAB-9AF6E890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E75093D9-43F6-49F3-8D87-42783F66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94BEE237-3971-47D7-B18F-4FA3FFA9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B745B1FE-1550-4E7D-A9E8-BE77DB61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D63A039C-878B-40A2-9C98-6A658692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34CB72C8-40D7-43A4-AE67-8FA8F31C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66579FC2-2B09-476B-AA2A-4FD8F6D0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ADC750DA-8547-47AF-9A5F-424EF7A8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5E8E2A20-29BC-46EC-9C15-9107672D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85F0C02B-49DE-43AA-AD70-7C947B99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2526F2CF-19C8-471C-A553-58592234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28A28982-8AF1-45F4-A0CF-F2E667E0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784F017C-46AB-482F-966A-02A7AD6C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1B154603-5B3B-45EA-974D-886E75C6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0080E716-DD5F-4DDF-89FA-D54CE9CD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8BBA3E11-C758-408C-AFCE-E23C6D6A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5103BCD5-CA02-45FE-A9C4-565DFE7F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CFF1CC51-EB07-4A50-AFF7-967F7543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97B5921D-89C8-435D-8A19-47405CEA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3792B435-F489-42CD-AD8E-80B2B489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992A414C-0210-4822-A16B-7C1410F4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BAD804BE-F039-4ABD-ACAB-EB5E6BED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0F064803-EB38-424C-A118-1BF2EA07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A42ABE46-DD9B-466B-ADB8-35EA742A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AACB92DF-AA86-44FA-9829-D61BEA85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4FF0C1ED-A80D-4091-9925-23B30703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ction-chapter">
            <a:extLst xmlns:a="http://schemas.openxmlformats.org/drawingml/2006/main">
              <a:ext uri="{FF2B5EF4-FFF2-40B4-BE49-F238E27FC236}">
                <a16:creationId xmlns:a16="http://schemas.microsoft.com/office/drawing/2014/main" id="{58099EE0-2314-4913-937B-EAB9AA48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D7B6"/>
                </a:solidFill>
              </a:defRPr>
            </a:pPr>
            <a:r>
              <a:rPr sz="1050" b="1">
                <a:solidFill>
                  <a:srgbClr val="55D7B6"/>
                </a:solidFill>
              </a:rPr>
              <a:t>CHAPTER 02</a:t>
            </a:r>
          </a:p>
        </p:txBody>
      </p:sp>
      <p:sp>
        <p:nvSpPr>
          <p:cNvPr id="3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5A826856-0FD0-4FAD-887D-A6175D70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方案总览</a:t>
            </a:r>
          </a:p>
        </p:txBody>
      </p:sp>
      <p:sp>
        <p:nvSpPr>
          <p:cNvPr id="34" name="section-promise">
            <a:extLst xmlns:a="http://schemas.openxmlformats.org/drawingml/2006/main">
              <a:ext uri="{FF2B5EF4-FFF2-40B4-BE49-F238E27FC236}">
                <a16:creationId xmlns:a16="http://schemas.microsoft.com/office/drawing/2014/main" id="{E1534257-A409-4DC6-B55F-6A6E3F0C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BD1C8"/>
                </a:solidFill>
              </a:defRPr>
            </a:pPr>
            <a:r>
              <a:rPr sz="1875" b="0">
                <a:solidFill>
                  <a:srgbClr val="BBD1C8"/>
                </a:solidFill>
              </a:rPr>
              <a:t>桌面入口与 Agent Infra 是同一条链路，而不是两个演示拼接。</a:t>
            </a:r>
          </a:p>
        </p:txBody>
      </p:sp>
      <p:sp>
        <p:nvSpPr>
          <p:cNvPr id="35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C026D534-8F04-4384-BF16-06CDC885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53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BD1C8"/>
                </a:solidFill>
              </a:defRPr>
            </a:pPr>
            <a:r>
              <a:rPr sz="1050" b="1">
                <a:solidFill>
                  <a:srgbClr val="BBD1C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087268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box">
            <a:extLst xmlns:a="http://schemas.openxmlformats.org/drawingml/2006/main">
              <a:ext uri="{FF2B5EF4-FFF2-40B4-BE49-F238E27FC236}">
                <a16:creationId xmlns:a16="http://schemas.microsoft.com/office/drawing/2014/main" id="{88A7F9A5-DD87-4E4B-9E39-086AA97E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A08C4120-6236-41A9-BB13-E056E43F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F8AE35EF-F711-471D-B971-24064FF0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70C3CDEE-A632-4FC5-8FF0-96EE1297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FF10FD30-3339-40AC-A813-1C4A8D47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C864D455-0FF4-4641-9C29-0FD4B56F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D4FA4075-34FA-4928-9F16-AF2D5854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4D722613-C95B-45BC-AEC9-9222D9ED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97DB0FFB-35F2-4C27-9642-2DC9B2F3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15ADC60B-41EA-46EF-8EE6-530F27BF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C547EA99-3440-40D2-99A4-56176511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DFBCAC57-01AF-42B0-A785-CA683A58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C168D0E4-6ACF-49E2-8D8A-34631CC6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C818AD3E-6E77-4239-8975-38E0BC7D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C2A709A6-C859-47E4-8E40-CEFA4785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DCC3600D-A158-44D2-B3EA-799D77CD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BC2C1649-76A3-4595-B3CE-9FE6E785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355FB309-4070-40ED-A916-24A3937B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8F13DF37-1FE8-4C5C-BF92-0318555A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196E4AF2-26F1-4856-A206-1EA4B528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2A9EFBC2-7CD4-4F17-AB16-719285DC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BBAEB037-654F-45A2-AA86-DE1D66D3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C36C8AD1-4DFE-486F-BE3E-4ECA3EE7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ECC72700-73F9-43F6-A0CE-780F3F2D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C1D29124-37FA-4F84-BA40-4293546A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047427B7-0822-4537-A509-ED47D123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61FB0C3C-F4A4-4969-9052-E49C3520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55208A8F-3559-470A-A475-49B81B83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21780805-AFC8-4182-86E3-3165DABE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70F15F84-3ABC-4650-B5DE-3E531BA6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00E5951C-2652-42C2-BDD7-6E06F905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x">
            <a:extLst xmlns:a="http://schemas.openxmlformats.org/drawingml/2006/main">
              <a:ext uri="{FF2B5EF4-FFF2-40B4-BE49-F238E27FC236}">
                <a16:creationId xmlns:a16="http://schemas.microsoft.com/office/drawing/2014/main" id="{E8A559A0-91F9-470C-A17A-297F94A8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rome-section">
            <a:extLst xmlns:a="http://schemas.openxmlformats.org/drawingml/2006/main">
              <a:ext uri="{FF2B5EF4-FFF2-40B4-BE49-F238E27FC236}">
                <a16:creationId xmlns:a16="http://schemas.microsoft.com/office/drawing/2014/main" id="{CC0DCAE8-A07C-4157-A13E-2F639209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68"/>
                </a:solidFill>
              </a:defRPr>
            </a:pPr>
            <a:r>
              <a:rPr sz="900" b="1">
                <a:solidFill>
                  <a:srgbClr val="5C6D68"/>
                </a:solidFill>
              </a:rPr>
              <a:t>ARCHITECTURE</a:t>
            </a:r>
          </a:p>
        </p:txBody>
      </p:sp>
      <p:sp>
        <p:nvSpPr>
          <p:cNvPr id="34" name="chrome-number">
            <a:extLst xmlns:a="http://schemas.openxmlformats.org/drawingml/2006/main">
              <a:ext uri="{FF2B5EF4-FFF2-40B4-BE49-F238E27FC236}">
                <a16:creationId xmlns:a16="http://schemas.microsoft.com/office/drawing/2014/main" id="{8B22FEB1-E5BF-42C7-95B7-FDDA1705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865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D68"/>
                </a:solidFill>
              </a:defRPr>
            </a:pPr>
            <a:r>
              <a:rPr sz="1050" b="1">
                <a:solidFill>
                  <a:srgbClr val="5C6D68"/>
                </a:solidFill>
              </a:rPr>
              <a:t>07</a:t>
            </a:r>
          </a:p>
        </p:txBody>
      </p:sp>
      <p:sp>
        <p:nvSpPr>
          <p:cNvPr id="35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B5DDF699-AEA9-4CD2-A1AB-69BDF24E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TWO-PLANE ARCHITECTURE</a:t>
            </a:r>
          </a:p>
        </p:txBody>
      </p:sp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6EAFD6-9F47-4EBF-9DC7-95CF6075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522"/>
                </a:solidFill>
              </a:defRPr>
            </a:pPr>
            <a:r>
              <a:rPr sz="3000" b="1">
                <a:solidFill>
                  <a:srgbClr val="182522"/>
                </a:solidFill>
              </a:rPr>
              <a:t>一次触发，穿过两层可审计的协作平面</a:t>
            </a:r>
          </a:p>
        </p:txBody>
      </p:sp>
      <p:sp>
        <p:nvSpPr>
          <p:cNvPr id="3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CB2A7E0-2C2B-4AE6-B5AB-B245B30B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D68"/>
                </a:solidFill>
              </a:defRPr>
            </a:pPr>
            <a:r>
              <a:rPr sz="1425" b="0">
                <a:solidFill>
                  <a:srgbClr val="5C6D68"/>
                </a:solidFill>
              </a:rPr>
              <a:t>本地先结构化，远程只接收完成任务所需的最小必要上下文。 </a:t>
            </a:r>
          </a:p>
        </p:txBody>
      </p:sp>
      <p:sp>
        <p:nvSpPr>
          <p:cNvPr id="38" name="box">
            <a:extLst xmlns:a="http://schemas.openxmlformats.org/drawingml/2006/main">
              <a:ext uri="{FF2B5EF4-FFF2-40B4-BE49-F238E27FC236}">
                <a16:creationId xmlns:a16="http://schemas.microsoft.com/office/drawing/2014/main" id="{84B5A276-F599-4454-88C0-BC1DFAB8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820400" cy="15430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39" name="experience-plane-title">
            <a:extLst xmlns:a="http://schemas.openxmlformats.org/drawingml/2006/main">
              <a:ext uri="{FF2B5EF4-FFF2-40B4-BE49-F238E27FC236}">
                <a16:creationId xmlns:a16="http://schemas.microsoft.com/office/drawing/2014/main" id="{4EFB53FB-9A8F-4FEA-88A3-93EA5B27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76D1"/>
                </a:solidFill>
              </a:defRPr>
            </a:pPr>
            <a:r>
              <a:rPr sz="1050" b="1">
                <a:solidFill>
                  <a:srgbClr val="1576D1"/>
                </a:solidFill>
              </a:rPr>
              <a:t>OpenSiri / Easydict Experience Plane</a:t>
            </a:r>
          </a:p>
        </p:txBody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680C1AC6-570A-4314-B71D-39CA9CE9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8204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1FAF7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41" name="collaboration-plane-title">
            <a:extLst xmlns:a="http://schemas.openxmlformats.org/drawingml/2006/main">
              <a:ext uri="{FF2B5EF4-FFF2-40B4-BE49-F238E27FC236}">
                <a16:creationId xmlns:a16="http://schemas.microsoft.com/office/drawing/2014/main" id="{2F57D5AD-C999-4FD0-AF0E-52289FE3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76D1"/>
                </a:solidFill>
              </a:defRPr>
            </a:pPr>
            <a:r>
              <a:rPr sz="1050" b="1">
                <a:solidFill>
                  <a:srgbClr val="1576D1"/>
                </a:solidFill>
              </a:rPr>
              <a:t>AgentTeams Collaboration Plane</a:t>
            </a:r>
          </a:p>
        </p:txBody>
      </p:sp>
      <p:sp>
        <p:nvSpPr>
          <p:cNvPr id="42" name="arrow">
            <a:extLst xmlns:a="http://schemas.openxmlformats.org/drawingml/2006/main">
              <a:ext uri="{FF2B5EF4-FFF2-40B4-BE49-F238E27FC236}">
                <a16:creationId xmlns:a16="http://schemas.microsoft.com/office/drawing/2014/main" id="{90836DD6-45C7-4D35-A4BA-68C94170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47850" y="316230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76D1"/>
            </a:solidFill>
            <a:prstDash val="solid"/>
          </a:ln>
        </p:spPr>
      </p:sp>
      <p:sp>
        <p:nvSpPr>
          <p:cNvPr id="43" name="arrow">
            <a:extLst xmlns:a="http://schemas.openxmlformats.org/drawingml/2006/main">
              <a:ext uri="{FF2B5EF4-FFF2-40B4-BE49-F238E27FC236}">
                <a16:creationId xmlns:a16="http://schemas.microsoft.com/office/drawing/2014/main" id="{BEBD6209-99EB-4428-BFBB-D9705536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14650" y="316230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76D1"/>
            </a:solidFill>
            <a:prstDash val="solid"/>
          </a:ln>
        </p:spPr>
      </p:sp>
      <p:sp>
        <p:nvSpPr>
          <p:cNvPr id="44" name="arrow">
            <a:extLst xmlns:a="http://schemas.openxmlformats.org/drawingml/2006/main">
              <a:ext uri="{FF2B5EF4-FFF2-40B4-BE49-F238E27FC236}">
                <a16:creationId xmlns:a16="http://schemas.microsoft.com/office/drawing/2014/main" id="{151AF1B0-404B-47B5-9124-61782A55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81450" y="316230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76D1"/>
            </a:solidFill>
            <a:prstDash val="solid"/>
          </a:ln>
        </p:spPr>
      </p:sp>
      <p:sp>
        <p:nvSpPr>
          <p:cNvPr id="45" name="arrow">
            <a:extLst xmlns:a="http://schemas.openxmlformats.org/drawingml/2006/main">
              <a:ext uri="{FF2B5EF4-FFF2-40B4-BE49-F238E27FC236}">
                <a16:creationId xmlns:a16="http://schemas.microsoft.com/office/drawing/2014/main" id="{2F4CC16F-980B-418D-A10F-C9A161F9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48250" y="316230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76D1"/>
            </a:solidFill>
            <a:prstDash val="solid"/>
          </a:ln>
        </p:spPr>
      </p:sp>
      <p:sp>
        <p:nvSpPr>
          <p:cNvPr id="46" name="arrow">
            <a:extLst xmlns:a="http://schemas.openxmlformats.org/drawingml/2006/main">
              <a:ext uri="{FF2B5EF4-FFF2-40B4-BE49-F238E27FC236}">
                <a16:creationId xmlns:a16="http://schemas.microsoft.com/office/drawing/2014/main" id="{1777E107-5F10-46E9-86EB-47C4D93B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15050" y="316230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D7B6"/>
            </a:solidFill>
            <a:prstDash val="solid"/>
          </a:ln>
        </p:spPr>
      </p:sp>
      <p:sp>
        <p:nvSpPr>
          <p:cNvPr id="47" name="arrow">
            <a:extLst xmlns:a="http://schemas.openxmlformats.org/drawingml/2006/main">
              <a:ext uri="{FF2B5EF4-FFF2-40B4-BE49-F238E27FC236}">
                <a16:creationId xmlns:a16="http://schemas.microsoft.com/office/drawing/2014/main" id="{C095B280-00F9-4CCC-B5AE-C6EFC99A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05750" y="31623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D7B6"/>
            </a:solidFill>
            <a:prstDash val="solid"/>
          </a:ln>
        </p:spPr>
      </p:sp>
      <p:sp>
        <p:nvSpPr>
          <p:cNvPr id="48" name="arrow">
            <a:extLst xmlns:a="http://schemas.openxmlformats.org/drawingml/2006/main">
              <a:ext uri="{FF2B5EF4-FFF2-40B4-BE49-F238E27FC236}">
                <a16:creationId xmlns:a16="http://schemas.microsoft.com/office/drawing/2014/main" id="{69B0D663-0F8A-4EC0-A433-AE4AFBD1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57450" y="50292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76D1"/>
            </a:solidFill>
            <a:prstDash val="solid"/>
          </a:ln>
        </p:spPr>
      </p:sp>
      <p:sp>
        <p:nvSpPr>
          <p:cNvPr id="49" name="arrow">
            <a:extLst xmlns:a="http://schemas.openxmlformats.org/drawingml/2006/main">
              <a:ext uri="{FF2B5EF4-FFF2-40B4-BE49-F238E27FC236}">
                <a16:creationId xmlns:a16="http://schemas.microsoft.com/office/drawing/2014/main" id="{9BAC72FC-DFF9-4216-9807-63404046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8650" y="50292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76D1"/>
            </a:solidFill>
            <a:prstDash val="solid"/>
          </a:ln>
        </p:spPr>
      </p:sp>
      <p:sp>
        <p:nvSpPr>
          <p:cNvPr id="50" name="arrow">
            <a:extLst xmlns:a="http://schemas.openxmlformats.org/drawingml/2006/main">
              <a:ext uri="{FF2B5EF4-FFF2-40B4-BE49-F238E27FC236}">
                <a16:creationId xmlns:a16="http://schemas.microsoft.com/office/drawing/2014/main" id="{5E3EC2C7-A553-4DE0-AFD3-5020FFDC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19850" y="50292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76D1"/>
            </a:solidFill>
            <a:prstDash val="solid"/>
          </a:ln>
        </p:spPr>
      </p:sp>
      <p:sp>
        <p:nvSpPr>
          <p:cNvPr id="51" name="arrow">
            <a:extLst xmlns:a="http://schemas.openxmlformats.org/drawingml/2006/main">
              <a:ext uri="{FF2B5EF4-FFF2-40B4-BE49-F238E27FC236}">
                <a16:creationId xmlns:a16="http://schemas.microsoft.com/office/drawing/2014/main" id="{4B9B7D21-3EDF-4C25-9D76-555E36C7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1050" y="50292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76D1"/>
            </a:solidFill>
            <a:prstDash val="solid"/>
          </a:ln>
        </p:spPr>
      </p:sp>
      <p:sp>
        <p:nvSpPr>
          <p:cNvPr id="52" name="box">
            <a:extLst xmlns:a="http://schemas.openxmlformats.org/drawingml/2006/main">
              <a:ext uri="{FF2B5EF4-FFF2-40B4-BE49-F238E27FC236}">
                <a16:creationId xmlns:a16="http://schemas.microsoft.com/office/drawing/2014/main" id="{4EEA0843-90EE-4699-8885-D52F1687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ox">
            <a:extLst xmlns:a="http://schemas.openxmlformats.org/drawingml/2006/main">
              <a:ext uri="{FF2B5EF4-FFF2-40B4-BE49-F238E27FC236}">
                <a16:creationId xmlns:a16="http://schemas.microsoft.com/office/drawing/2014/main" id="{FC5282B7-5FFF-4757-8752-21FCEB4A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574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ox">
            <a:extLst xmlns:a="http://schemas.openxmlformats.org/drawingml/2006/main">
              <a:ext uri="{FF2B5EF4-FFF2-40B4-BE49-F238E27FC236}">
                <a16:creationId xmlns:a16="http://schemas.microsoft.com/office/drawing/2014/main" id="{4091DF64-0293-4D66-B8C4-7E93F7E2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ox">
            <a:extLst xmlns:a="http://schemas.openxmlformats.org/drawingml/2006/main">
              <a:ext uri="{FF2B5EF4-FFF2-40B4-BE49-F238E27FC236}">
                <a16:creationId xmlns:a16="http://schemas.microsoft.com/office/drawing/2014/main" id="{21C5C6A0-E497-4FE7-82EB-82FD767C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384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ox">
            <a:extLst xmlns:a="http://schemas.openxmlformats.org/drawingml/2006/main">
              <a:ext uri="{FF2B5EF4-FFF2-40B4-BE49-F238E27FC236}">
                <a16:creationId xmlns:a16="http://schemas.microsoft.com/office/drawing/2014/main" id="{7AD48A34-585D-4A00-AA28-CEC049B7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289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ox">
            <a:extLst xmlns:a="http://schemas.openxmlformats.org/drawingml/2006/main">
              <a:ext uri="{FF2B5EF4-FFF2-40B4-BE49-F238E27FC236}">
                <a16:creationId xmlns:a16="http://schemas.microsoft.com/office/drawing/2014/main" id="{78C2B845-0291-46D0-A958-32FB234D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194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ox">
            <a:extLst xmlns:a="http://schemas.openxmlformats.org/drawingml/2006/main">
              <a:ext uri="{FF2B5EF4-FFF2-40B4-BE49-F238E27FC236}">
                <a16:creationId xmlns:a16="http://schemas.microsoft.com/office/drawing/2014/main" id="{F3615C14-762F-4B93-9A2C-A5B9AF23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099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ox">
            <a:extLst xmlns:a="http://schemas.openxmlformats.org/drawingml/2006/main">
              <a:ext uri="{FF2B5EF4-FFF2-40B4-BE49-F238E27FC236}">
                <a16:creationId xmlns:a16="http://schemas.microsoft.com/office/drawing/2014/main" id="{3EA1E7CB-53A7-491E-B734-E64DC112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004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ox">
            <a:extLst xmlns:a="http://schemas.openxmlformats.org/drawingml/2006/main">
              <a:ext uri="{FF2B5EF4-FFF2-40B4-BE49-F238E27FC236}">
                <a16:creationId xmlns:a16="http://schemas.microsoft.com/office/drawing/2014/main" id="{2CB7DF07-7717-4B79-8E89-20911036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909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ox">
            <a:extLst xmlns:a="http://schemas.openxmlformats.org/drawingml/2006/main">
              <a:ext uri="{FF2B5EF4-FFF2-40B4-BE49-F238E27FC236}">
                <a16:creationId xmlns:a16="http://schemas.microsoft.com/office/drawing/2014/main" id="{332B2486-FAA9-4302-8019-DB47B3C5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814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ox">
            <a:extLst xmlns:a="http://schemas.openxmlformats.org/drawingml/2006/main">
              <a:ext uri="{FF2B5EF4-FFF2-40B4-BE49-F238E27FC236}">
                <a16:creationId xmlns:a16="http://schemas.microsoft.com/office/drawing/2014/main" id="{D778B979-79D0-4FFE-8523-BF3E3AB1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19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ox">
            <a:extLst xmlns:a="http://schemas.openxmlformats.org/drawingml/2006/main">
              <a:ext uri="{FF2B5EF4-FFF2-40B4-BE49-F238E27FC236}">
                <a16:creationId xmlns:a16="http://schemas.microsoft.com/office/drawing/2014/main" id="{87A7889E-940B-41C5-82FF-C63827E9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624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ox">
            <a:extLst xmlns:a="http://schemas.openxmlformats.org/drawingml/2006/main">
              <a:ext uri="{FF2B5EF4-FFF2-40B4-BE49-F238E27FC236}">
                <a16:creationId xmlns:a16="http://schemas.microsoft.com/office/drawing/2014/main" id="{08CA7C8B-40E1-4316-B487-75F58B82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529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ox">
            <a:extLst xmlns:a="http://schemas.openxmlformats.org/drawingml/2006/main">
              <a:ext uri="{FF2B5EF4-FFF2-40B4-BE49-F238E27FC236}">
                <a16:creationId xmlns:a16="http://schemas.microsoft.com/office/drawing/2014/main" id="{B14B7BCF-0C01-4D8D-81D3-2F67EFA7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ox">
            <a:extLst xmlns:a="http://schemas.openxmlformats.org/drawingml/2006/main">
              <a:ext uri="{FF2B5EF4-FFF2-40B4-BE49-F238E27FC236}">
                <a16:creationId xmlns:a16="http://schemas.microsoft.com/office/drawing/2014/main" id="{3829817B-EA0C-4A60-84AF-413462FC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339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ox">
            <a:extLst xmlns:a="http://schemas.openxmlformats.org/drawingml/2006/main">
              <a:ext uri="{FF2B5EF4-FFF2-40B4-BE49-F238E27FC236}">
                <a16:creationId xmlns:a16="http://schemas.microsoft.com/office/drawing/2014/main" id="{56173F87-B15E-4E7A-9049-0ED3145C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244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ox">
            <a:extLst xmlns:a="http://schemas.openxmlformats.org/drawingml/2006/main">
              <a:ext uri="{FF2B5EF4-FFF2-40B4-BE49-F238E27FC236}">
                <a16:creationId xmlns:a16="http://schemas.microsoft.com/office/drawing/2014/main" id="{C2B743C5-4F85-4172-8A30-A51FEBCB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149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box">
            <a:extLst xmlns:a="http://schemas.openxmlformats.org/drawingml/2006/main">
              <a:ext uri="{FF2B5EF4-FFF2-40B4-BE49-F238E27FC236}">
                <a16:creationId xmlns:a16="http://schemas.microsoft.com/office/drawing/2014/main" id="{C7954813-4DA4-4066-84D6-9DBBB3C0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054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ox">
            <a:extLst xmlns:a="http://schemas.openxmlformats.org/drawingml/2006/main">
              <a:ext uri="{FF2B5EF4-FFF2-40B4-BE49-F238E27FC236}">
                <a16:creationId xmlns:a16="http://schemas.microsoft.com/office/drawing/2014/main" id="{ECB6E426-FB0A-4022-9498-4C588DDA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959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rivacy-boundary">
            <a:extLst xmlns:a="http://schemas.openxmlformats.org/drawingml/2006/main">
              <a:ext uri="{FF2B5EF4-FFF2-40B4-BE49-F238E27FC236}">
                <a16:creationId xmlns:a16="http://schemas.microsoft.com/office/drawing/2014/main" id="{6A569477-13D7-42D3-8699-7212B3DF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479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C42"/>
                </a:solidFill>
              </a:defRPr>
            </a:pPr>
            <a:r>
              <a:rPr sz="825" b="1">
                <a:solidFill>
                  <a:srgbClr val="F59C42"/>
                </a:solidFill>
              </a:rPr>
              <a:t>最小必要上下文</a:t>
            </a:r>
          </a:p>
        </p:txBody>
      </p:sp>
      <p:sp>
        <p:nvSpPr>
          <p:cNvPr id="72" name="box">
            <a:extLst xmlns:a="http://schemas.openxmlformats.org/drawingml/2006/main">
              <a:ext uri="{FF2B5EF4-FFF2-40B4-BE49-F238E27FC236}">
                <a16:creationId xmlns:a16="http://schemas.microsoft.com/office/drawing/2014/main" id="{BFF92BF8-1D03-47D9-B109-6C8BB6E2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952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73" name="experience-1">
            <a:extLst xmlns:a="http://schemas.openxmlformats.org/drawingml/2006/main">
              <a:ext uri="{FF2B5EF4-FFF2-40B4-BE49-F238E27FC236}">
                <a16:creationId xmlns:a16="http://schemas.microsoft.com/office/drawing/2014/main" id="{A0B9606F-5A4E-4C87-95AD-80F2B6A0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384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522"/>
                </a:solidFill>
              </a:defRPr>
            </a:pPr>
            <a:r>
              <a:rPr sz="1050" b="1">
                <a:solidFill>
                  <a:srgbClr val="182522"/>
                </a:solidFill>
              </a:rPr>
              <a:t>快捷键</a:t>
            </a:r>
          </a:p>
        </p:txBody>
      </p:sp>
      <p:sp>
        <p:nvSpPr>
          <p:cNvPr id="74" name="box">
            <a:extLst xmlns:a="http://schemas.openxmlformats.org/drawingml/2006/main">
              <a:ext uri="{FF2B5EF4-FFF2-40B4-BE49-F238E27FC236}">
                <a16:creationId xmlns:a16="http://schemas.microsoft.com/office/drawing/2014/main" id="{3632B1AC-37C4-45E9-9979-0371A72B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95600"/>
            <a:ext cx="952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75" name="experience-2">
            <a:extLst xmlns:a="http://schemas.openxmlformats.org/drawingml/2006/main">
              <a:ext uri="{FF2B5EF4-FFF2-40B4-BE49-F238E27FC236}">
                <a16:creationId xmlns:a16="http://schemas.microsoft.com/office/drawing/2014/main" id="{7A02BD03-F92F-4793-A794-220B808D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384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522"/>
                </a:solidFill>
              </a:defRPr>
            </a:pPr>
            <a:r>
              <a:rPr sz="1050" b="1">
                <a:solidFill>
                  <a:srgbClr val="182522"/>
                </a:solidFill>
              </a:rPr>
              <a:t>截图</a:t>
            </a:r>
          </a:p>
        </p:txBody>
      </p:sp>
      <p:sp>
        <p:nvSpPr>
          <p:cNvPr id="76" name="box">
            <a:extLst xmlns:a="http://schemas.openxmlformats.org/drawingml/2006/main">
              <a:ext uri="{FF2B5EF4-FFF2-40B4-BE49-F238E27FC236}">
                <a16:creationId xmlns:a16="http://schemas.microsoft.com/office/drawing/2014/main" id="{21631B2B-9F27-425D-9E03-9FE72215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95600"/>
            <a:ext cx="952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77" name="experience-3">
            <a:extLst xmlns:a="http://schemas.openxmlformats.org/drawingml/2006/main">
              <a:ext uri="{FF2B5EF4-FFF2-40B4-BE49-F238E27FC236}">
                <a16:creationId xmlns:a16="http://schemas.microsoft.com/office/drawing/2014/main" id="{EF6A9614-158D-4B80-9C08-36E964B5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384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522"/>
                </a:solidFill>
              </a:defRPr>
            </a:pPr>
            <a:r>
              <a:rPr sz="1050" b="1">
                <a:solidFill>
                  <a:srgbClr val="182522"/>
                </a:solidFill>
              </a:rPr>
              <a:t>本地 OCR</a:t>
            </a:r>
          </a:p>
        </p:txBody>
      </p:sp>
      <p:sp>
        <p:nvSpPr>
          <p:cNvPr id="78" name="box">
            <a:extLst xmlns:a="http://schemas.openxmlformats.org/drawingml/2006/main">
              <a:ext uri="{FF2B5EF4-FFF2-40B4-BE49-F238E27FC236}">
                <a16:creationId xmlns:a16="http://schemas.microsoft.com/office/drawing/2014/main" id="{21173A04-78D5-4217-BBDF-D5199E48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95600"/>
            <a:ext cx="952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79" name="experience-4">
            <a:extLst xmlns:a="http://schemas.openxmlformats.org/drawingml/2006/main">
              <a:ext uri="{FF2B5EF4-FFF2-40B4-BE49-F238E27FC236}">
                <a16:creationId xmlns:a16="http://schemas.microsoft.com/office/drawing/2014/main" id="{AF57F599-5FE3-4F42-A76A-CCA04614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384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522"/>
                </a:solidFill>
              </a:defRPr>
            </a:pPr>
            <a:r>
              <a:rPr sz="1050" b="1">
                <a:solidFill>
                  <a:srgbClr val="182522"/>
                </a:solidFill>
              </a:rPr>
              <a:t>气泡排序</a:t>
            </a:r>
          </a:p>
        </p:txBody>
      </p:sp>
      <p:sp>
        <p:nvSpPr>
          <p:cNvPr id="80" name="box">
            <a:extLst xmlns:a="http://schemas.openxmlformats.org/drawingml/2006/main">
              <a:ext uri="{FF2B5EF4-FFF2-40B4-BE49-F238E27FC236}">
                <a16:creationId xmlns:a16="http://schemas.microsoft.com/office/drawing/2014/main" id="{F5215C59-69A6-456D-AB31-5DF42AB6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95600"/>
            <a:ext cx="952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81" name="experience-5">
            <a:extLst xmlns:a="http://schemas.openxmlformats.org/drawingml/2006/main">
              <a:ext uri="{FF2B5EF4-FFF2-40B4-BE49-F238E27FC236}">
                <a16:creationId xmlns:a16="http://schemas.microsoft.com/office/drawing/2014/main" id="{475A437F-00B4-4BB9-8632-B45C0320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384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522"/>
                </a:solidFill>
              </a:defRPr>
            </a:pPr>
            <a:r>
              <a:rPr sz="1050" b="1">
                <a:solidFill>
                  <a:srgbClr val="182522"/>
                </a:solidFill>
              </a:rPr>
              <a:t>人工校正</a:t>
            </a:r>
          </a:p>
        </p:txBody>
      </p:sp>
      <p:sp>
        <p:nvSpPr>
          <p:cNvPr id="82" name="box">
            <a:extLst xmlns:a="http://schemas.openxmlformats.org/drawingml/2006/main">
              <a:ext uri="{FF2B5EF4-FFF2-40B4-BE49-F238E27FC236}">
                <a16:creationId xmlns:a16="http://schemas.microsoft.com/office/drawing/2014/main" id="{44CE4915-6CD2-46E6-84EF-16F68204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952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BF4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83" name="experience-6">
            <a:extLst xmlns:a="http://schemas.openxmlformats.org/drawingml/2006/main">
              <a:ext uri="{FF2B5EF4-FFF2-40B4-BE49-F238E27FC236}">
                <a16:creationId xmlns:a16="http://schemas.microsoft.com/office/drawing/2014/main" id="{2424AB3C-A6AA-43A0-8425-65B7DF06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384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522"/>
                </a:solidFill>
              </a:defRPr>
            </a:pPr>
            <a:r>
              <a:rPr sz="1050" b="1">
                <a:solidFill>
                  <a:srgbClr val="182522"/>
                </a:solidFill>
              </a:rPr>
              <a:t>浮窗</a:t>
            </a:r>
          </a:p>
        </p:txBody>
      </p:sp>
      <p:sp>
        <p:nvSpPr>
          <p:cNvPr id="84" name="box">
            <a:extLst xmlns:a="http://schemas.openxmlformats.org/drawingml/2006/main">
              <a:ext uri="{FF2B5EF4-FFF2-40B4-BE49-F238E27FC236}">
                <a16:creationId xmlns:a16="http://schemas.microsoft.com/office/drawing/2014/main" id="{EC8A79A3-21DB-43D8-8578-06563FFA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952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BF4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85" name="experience-7">
            <a:extLst xmlns:a="http://schemas.openxmlformats.org/drawingml/2006/main">
              <a:ext uri="{FF2B5EF4-FFF2-40B4-BE49-F238E27FC236}">
                <a16:creationId xmlns:a16="http://schemas.microsoft.com/office/drawing/2014/main" id="{F0D10F10-9113-4506-AB51-487E06D4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522"/>
                </a:solidFill>
              </a:defRPr>
            </a:pPr>
            <a:r>
              <a:rPr sz="1050" b="1">
                <a:solidFill>
                  <a:srgbClr val="182522"/>
                </a:solidFill>
              </a:rPr>
              <a:t>复制 / 插入</a:t>
            </a:r>
          </a:p>
        </p:txBody>
      </p:sp>
      <p:sp>
        <p:nvSpPr>
          <p:cNvPr id="86" name="box">
            <a:extLst xmlns:a="http://schemas.openxmlformats.org/drawingml/2006/main">
              <a:ext uri="{FF2B5EF4-FFF2-40B4-BE49-F238E27FC236}">
                <a16:creationId xmlns:a16="http://schemas.microsoft.com/office/drawing/2014/main" id="{7FB3F70D-92AF-4E87-B283-99D6CB8B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5621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87" name="collaboration-1">
            <a:extLst xmlns:a="http://schemas.openxmlformats.org/drawingml/2006/main">
              <a:ext uri="{FF2B5EF4-FFF2-40B4-BE49-F238E27FC236}">
                <a16:creationId xmlns:a16="http://schemas.microsoft.com/office/drawing/2014/main" id="{3DB111AE-E19E-4500-8E1C-75FFB38E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4822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Matrix Human</a:t>
            </a:r>
          </a:p>
          <a:p xmlns:a="http://schemas.openxmlformats.org/drawingml/2006/main">
            <a:pPr algn="ctr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Client</a:t>
            </a:r>
          </a:p>
        </p:txBody>
      </p:sp>
      <p:sp>
        <p:nvSpPr>
          <p:cNvPr id="88" name="box">
            <a:extLst xmlns:a="http://schemas.openxmlformats.org/drawingml/2006/main">
              <a:ext uri="{FF2B5EF4-FFF2-40B4-BE49-F238E27FC236}">
                <a16:creationId xmlns:a16="http://schemas.microsoft.com/office/drawing/2014/main" id="{B89A68EB-8838-425F-8FEA-97913E67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62500"/>
            <a:ext cx="15621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89" name="collaboration-2">
            <a:extLst xmlns:a="http://schemas.openxmlformats.org/drawingml/2006/main">
              <a:ext uri="{FF2B5EF4-FFF2-40B4-BE49-F238E27FC236}">
                <a16:creationId xmlns:a16="http://schemas.microsoft.com/office/drawing/2014/main" id="{A2B63546-8AB6-4231-8EB0-2AAFE3C0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4822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Team Leader</a:t>
            </a:r>
          </a:p>
        </p:txBody>
      </p:sp>
      <p:sp>
        <p:nvSpPr>
          <p:cNvPr id="90" name="box">
            <a:extLst xmlns:a="http://schemas.openxmlformats.org/drawingml/2006/main">
              <a:ext uri="{FF2B5EF4-FFF2-40B4-BE49-F238E27FC236}">
                <a16:creationId xmlns:a16="http://schemas.microsoft.com/office/drawing/2014/main" id="{6FA3986B-6F7D-4AEE-B6C3-F6234F8C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62500"/>
            <a:ext cx="15621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91" name="collaboration-3">
            <a:extLst xmlns:a="http://schemas.openxmlformats.org/drawingml/2006/main">
              <a:ext uri="{FF2B5EF4-FFF2-40B4-BE49-F238E27FC236}">
                <a16:creationId xmlns:a16="http://schemas.microsoft.com/office/drawing/2014/main" id="{60888D38-1016-4CB2-99E1-B7C54C9E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4822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Worker</a:t>
            </a:r>
          </a:p>
          <a:p xmlns:a="http://schemas.openxmlformats.org/drawingml/2006/main">
            <a:pPr algn="ctr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Agents</a:t>
            </a:r>
          </a:p>
        </p:txBody>
      </p:sp>
      <p:sp>
        <p:nvSpPr>
          <p:cNvPr id="92" name="box">
            <a:extLst xmlns:a="http://schemas.openxmlformats.org/drawingml/2006/main">
              <a:ext uri="{FF2B5EF4-FFF2-40B4-BE49-F238E27FC236}">
                <a16:creationId xmlns:a16="http://schemas.microsoft.com/office/drawing/2014/main" id="{902C049C-DD8E-4985-B357-05EF98C6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62500"/>
            <a:ext cx="15621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2E2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93" name="collaboration-4">
            <a:extLst xmlns:a="http://schemas.openxmlformats.org/drawingml/2006/main">
              <a:ext uri="{FF2B5EF4-FFF2-40B4-BE49-F238E27FC236}">
                <a16:creationId xmlns:a16="http://schemas.microsoft.com/office/drawing/2014/main" id="{EFC791CA-2FF3-4482-AFAD-228AFC0B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4822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Reviewer</a:t>
            </a:r>
          </a:p>
        </p:txBody>
      </p:sp>
      <p:sp>
        <p:nvSpPr>
          <p:cNvPr id="94" name="box">
            <a:extLst xmlns:a="http://schemas.openxmlformats.org/drawingml/2006/main">
              <a:ext uri="{FF2B5EF4-FFF2-40B4-BE49-F238E27FC236}">
                <a16:creationId xmlns:a16="http://schemas.microsoft.com/office/drawing/2014/main" id="{7CB95C1E-D2D5-4832-AFF1-9BC3043F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62500"/>
            <a:ext cx="15621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95" name="collaboration-5">
            <a:extLst xmlns:a="http://schemas.openxmlformats.org/drawingml/2006/main">
              <a:ext uri="{FF2B5EF4-FFF2-40B4-BE49-F238E27FC236}">
                <a16:creationId xmlns:a16="http://schemas.microsoft.com/office/drawing/2014/main" id="{8561CD99-B625-4826-9F62-01CE0D15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4822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evidence / log</a:t>
            </a:r>
          </a:p>
        </p:txBody>
      </p:sp>
      <p:sp>
        <p:nvSpPr>
          <p:cNvPr id="96" name="box">
            <a:extLst xmlns:a="http://schemas.openxmlformats.org/drawingml/2006/main">
              <a:ext uri="{FF2B5EF4-FFF2-40B4-BE49-F238E27FC236}">
                <a16:creationId xmlns:a16="http://schemas.microsoft.com/office/drawing/2014/main" id="{5709E365-5A90-4277-9139-9D3DB662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1714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9525">
            <a:solidFill>
              <a:srgbClr val="1576D1"/>
            </a:solidFill>
            <a:prstDash val="solid"/>
          </a:ln>
        </p:spPr>
      </p:sp>
      <p:sp>
        <p:nvSpPr>
          <p:cNvPr id="97" name="conversation-context">
            <a:extLst xmlns:a="http://schemas.openxmlformats.org/drawingml/2006/main">
              <a:ext uri="{FF2B5EF4-FFF2-40B4-BE49-F238E27FC236}">
                <a16:creationId xmlns:a16="http://schemas.microsoft.com/office/drawing/2014/main" id="{6041F515-33F3-4AD2-A6D9-FBF1FCD2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71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522"/>
                </a:solidFill>
              </a:defRPr>
            </a:pPr>
            <a:r>
              <a:rPr sz="900" b="1">
                <a:solidFill>
                  <a:srgbClr val="182522"/>
                </a:solidFill>
              </a:rPr>
              <a:t>ConversationContext</a:t>
            </a:r>
          </a:p>
        </p:txBody>
      </p:sp>
      <p:sp>
        <p:nvSpPr>
          <p:cNvPr id="98" name="arrow">
            <a:extLst xmlns:a="http://schemas.openxmlformats.org/drawingml/2006/main">
              <a:ext uri="{FF2B5EF4-FFF2-40B4-BE49-F238E27FC236}">
                <a16:creationId xmlns:a16="http://schemas.microsoft.com/office/drawing/2014/main" id="{75A50825-F0EC-4A6C-A90B-770575F7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15050" y="385762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76D1"/>
            </a:solidFill>
            <a:prstDash val="solid"/>
          </a:ln>
        </p:spPr>
      </p:sp>
      <p:sp>
        <p:nvSpPr>
          <p:cNvPr id="99" name="box">
            <a:extLst xmlns:a="http://schemas.openxmlformats.org/drawingml/2006/main">
              <a:ext uri="{FF2B5EF4-FFF2-40B4-BE49-F238E27FC236}">
                <a16:creationId xmlns:a16="http://schemas.microsoft.com/office/drawing/2014/main" id="{F76AC9FD-D96E-4DFE-9F89-8006AB46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1428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8FBF4"/>
          </a:solidFill>
          <a:ln xmlns:a="http://schemas.openxmlformats.org/drawingml/2006/main" w="9525">
            <a:solidFill>
              <a:srgbClr val="55D7B6"/>
            </a:solidFill>
            <a:prstDash val="solid"/>
          </a:ln>
        </p:spPr>
      </p:sp>
      <p:sp>
        <p:nvSpPr>
          <p:cNvPr id="100" name="reply-bundle">
            <a:extLst xmlns:a="http://schemas.openxmlformats.org/drawingml/2006/main">
              <a:ext uri="{FF2B5EF4-FFF2-40B4-BE49-F238E27FC236}">
                <a16:creationId xmlns:a16="http://schemas.microsoft.com/office/drawing/2014/main" id="{56D46A7C-21A9-4365-B113-0635ED63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71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522"/>
                </a:solidFill>
              </a:defRPr>
            </a:pPr>
            <a:r>
              <a:rPr sz="900" b="1">
                <a:solidFill>
                  <a:srgbClr val="182522"/>
                </a:solidFill>
              </a:rPr>
              <a:t>ReplyBundle</a:t>
            </a:r>
          </a:p>
        </p:txBody>
      </p:sp>
    </p:spTree>
    <p:extLst>
      <p:ext uri="{BB962C8B-B14F-4D97-AF65-F5344CB8AC3E}">
        <p14:creationId xmlns:p14="http://schemas.microsoft.com/office/powerpoint/2010/main" val="13496731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2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box">
            <a:extLst xmlns:a="http://schemas.openxmlformats.org/drawingml/2006/main">
              <a:ext uri="{FF2B5EF4-FFF2-40B4-BE49-F238E27FC236}">
                <a16:creationId xmlns:a16="http://schemas.microsoft.com/office/drawing/2014/main" id="{B0A959A3-86A8-4283-BC8B-3499FAA2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559B4025-80F2-4F74-A8B8-997A70BC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D3E09B21-BC3B-4CA7-A336-77431334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BF227E98-F887-4174-8AFF-D43B5D5C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8DC7207F-8B36-48FA-8E16-7023D53C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AA964220-9DBD-4D02-B116-CB29E1E9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D9FA85E5-49A4-47FA-890F-5F22A6C1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419EC72B-FB60-4D9B-B78A-C52B3ED4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1484294F-8E59-4FF7-8522-FD1B110F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A791BF3C-B4B8-4F21-82BA-F56D8947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BC68101D-C87D-4E3B-8EE9-82FD6B42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F4ED3FB5-384A-43F9-8564-8221FD02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0B9A6C53-DD41-403A-A431-DA4B9EE6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4DD76745-9A60-4830-BB03-4D0FDD16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848FE1B4-820D-4089-83E1-CD42668D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2B133DC4-5CB4-4C14-84BA-51BD625B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A7BDE248-A133-45EB-9582-276587C6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32D9370E-CFA0-4FE8-B01B-888C9E09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B3FA0BDC-C624-4306-B52C-73153B0F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D7E65519-CC15-4B14-A5D9-AF4E4184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E8CA503F-4BD1-4D82-A36B-EE696882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E23AD015-94FC-4961-A392-01AFB20E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18E5FF7A-D6CA-4518-8817-A90873B3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ABA07FE9-E45B-49E5-A82F-D4C3C964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DCC244BB-BB18-4002-8DA5-C085EDAE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7558B0C3-E8B4-4A1F-990C-DDC059C0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EF2496B9-7544-48D7-A07C-12344F29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5491187B-BC96-4DCE-9D6C-30B3EE79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9F518C9F-7C0E-4E76-A4BF-6121D185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5AF175DB-5626-4B06-8E91-CA44F8F7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171992A3-3AC1-4BFB-B363-ED20CFC7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ction-chapter">
            <a:extLst xmlns:a="http://schemas.openxmlformats.org/drawingml/2006/main">
              <a:ext uri="{FF2B5EF4-FFF2-40B4-BE49-F238E27FC236}">
                <a16:creationId xmlns:a16="http://schemas.microsoft.com/office/drawing/2014/main" id="{1DE8307D-7D53-4FD9-BF0D-B3841AF0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D7B6"/>
                </a:solidFill>
              </a:defRPr>
            </a:pPr>
            <a:r>
              <a:rPr sz="1050" b="1">
                <a:solidFill>
                  <a:srgbClr val="55D7B6"/>
                </a:solidFill>
              </a:rPr>
              <a:t>CHAPTER 03</a:t>
            </a:r>
          </a:p>
        </p:txBody>
      </p:sp>
      <p:sp>
        <p:nvSpPr>
          <p:cNvPr id="3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7E655397-211D-4CB7-A5F3-11A8D625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多 Agent 协同设计</a:t>
            </a:r>
          </a:p>
        </p:txBody>
      </p:sp>
      <p:sp>
        <p:nvSpPr>
          <p:cNvPr id="34" name="section-promise">
            <a:extLst xmlns:a="http://schemas.openxmlformats.org/drawingml/2006/main">
              <a:ext uri="{FF2B5EF4-FFF2-40B4-BE49-F238E27FC236}">
                <a16:creationId xmlns:a16="http://schemas.microsoft.com/office/drawing/2014/main" id="{FDFC97A5-B6B4-46B5-A23A-E314A593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BD1C8"/>
                </a:solidFill>
              </a:defRPr>
            </a:pPr>
            <a:r>
              <a:rPr sz="1875" b="0">
                <a:solidFill>
                  <a:srgbClr val="BBD1C8"/>
                </a:solidFill>
              </a:rPr>
              <a:t>不是同时调用四次模型，而是有角色、有状态、有驳回的团队协作。</a:t>
            </a:r>
          </a:p>
        </p:txBody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44491291-2C14-45C3-A22F-858A97A9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62000"/>
            <a:ext cx="1581150" cy="1581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ection-score">
            <a:extLst xmlns:a="http://schemas.openxmlformats.org/drawingml/2006/main">
              <a:ext uri="{FF2B5EF4-FFF2-40B4-BE49-F238E27FC236}">
                <a16:creationId xmlns:a16="http://schemas.microsoft.com/office/drawing/2014/main" id="{94EB1969-A633-419F-B219-5C2169DE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162050"/>
            <a:ext cx="135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D2420"/>
                </a:solidFill>
              </a:defRPr>
            </a:pPr>
            <a:r>
              <a:rPr sz="3150" b="1">
                <a:solidFill>
                  <a:srgbClr val="0D2420"/>
                </a:solidFill>
              </a:rPr>
              <a:t>25%</a:t>
            </a:r>
          </a:p>
        </p:txBody>
      </p:sp>
      <p:sp>
        <p:nvSpPr>
          <p:cNvPr id="37" name="section-score-label">
            <a:extLst xmlns:a="http://schemas.openxmlformats.org/drawingml/2006/main">
              <a:ext uri="{FF2B5EF4-FFF2-40B4-BE49-F238E27FC236}">
                <a16:creationId xmlns:a16="http://schemas.microsoft.com/office/drawing/2014/main" id="{2C7E80BE-AE81-45FB-AA01-088863BA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24025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D2420"/>
                </a:solidFill>
              </a:defRPr>
            </a:pPr>
            <a:r>
              <a:rPr sz="825" b="1">
                <a:solidFill>
                  <a:srgbClr val="0D2420"/>
                </a:solidFill>
              </a:rPr>
              <a:t>EVALUATION</a:t>
            </a:r>
          </a:p>
          <a:p xmlns:a="http://schemas.openxmlformats.org/drawingml/2006/main">
            <a:pPr algn="ctr">
              <a:defRPr sz="825" b="1">
                <a:solidFill>
                  <a:srgbClr val="0D2420"/>
                </a:solidFill>
              </a:defRPr>
            </a:pPr>
            <a:r>
              <a:rPr sz="825" b="1">
                <a:solidFill>
                  <a:srgbClr val="0D2420"/>
                </a:solidFill>
              </a:rPr>
              <a:t>WEIGHT</a:t>
            </a:r>
          </a:p>
        </p:txBody>
      </p:sp>
      <p:sp>
        <p:nvSpPr>
          <p:cNvPr id="38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40D4A294-198B-4365-9AD4-BA2FF43C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53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BD1C8"/>
                </a:solidFill>
              </a:defRPr>
            </a:pPr>
            <a:r>
              <a:rPr sz="1050" b="1">
                <a:solidFill>
                  <a:srgbClr val="BBD1C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988785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box">
            <a:extLst xmlns:a="http://schemas.openxmlformats.org/drawingml/2006/main">
              <a:ext uri="{FF2B5EF4-FFF2-40B4-BE49-F238E27FC236}">
                <a16:creationId xmlns:a16="http://schemas.microsoft.com/office/drawing/2014/main" id="{5A23AFF7-F8C2-43DA-94F9-D158D80A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22A56B1C-83BF-41FD-BCEE-8067AAC9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BA1D3FC1-C7F8-4F27-A155-CBCA60F5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B9D2EF32-560E-4CC3-AD84-C5EB7595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3E813208-1E53-4EE1-9B27-06511638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820DE45F-6EFC-47D6-8A3C-107C4CB7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2D08B97B-B33A-4CE0-AD7F-7FA92E33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87C6EAC8-405E-40EE-AD65-FAB8BDAC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C12646CD-B527-4197-A437-B2702B63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A889B5B6-A40D-4227-A9DD-F3ECEFD3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E9D22569-DD80-463F-9F7E-67AF6850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EA971FFB-17A1-4776-948E-CC056A41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27C8B69A-C5E9-4DDF-8FD9-C2B8EDA6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898241E4-9E59-4EEB-9B60-19524F58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CB9081A6-A3B5-4820-A6DF-DF1FB783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5A59905E-CFF7-48CB-B8D4-18C5E7AC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93A87F94-BACB-46F5-B9D6-5BACC6E6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C1A9542F-FC3E-4811-88AA-2BEA63EE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A7143CCE-211A-4242-8245-87FB15F4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22899CC2-F86A-4A65-8503-294ED17F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E53E7460-7B17-4338-AFCB-D4AEC863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0DD4154B-FC85-4AD7-945F-E9783C7D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3A500AAF-EA1F-44CD-A736-276CC3AE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573FCBA1-26E6-4766-9458-4CC40B78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5F2CA100-EF4D-4118-B637-F266CCB2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9B7B62E9-41CB-4E9A-8030-119424FD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E5437A09-6BE3-4FF7-86EB-0A615264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63B64779-19AD-46B7-84E2-61FC73CD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53B3812E-476A-41C6-995D-29DBF9B1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5B9A06B6-306B-406F-AC7C-B14C5D10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B022EC31-DBD4-4D39-A93E-24223922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x">
            <a:extLst xmlns:a="http://schemas.openxmlformats.org/drawingml/2006/main">
              <a:ext uri="{FF2B5EF4-FFF2-40B4-BE49-F238E27FC236}">
                <a16:creationId xmlns:a16="http://schemas.microsoft.com/office/drawing/2014/main" id="{7ACE4E72-978E-4454-8CD0-AB8841CF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rome-section">
            <a:extLst xmlns:a="http://schemas.openxmlformats.org/drawingml/2006/main">
              <a:ext uri="{FF2B5EF4-FFF2-40B4-BE49-F238E27FC236}">
                <a16:creationId xmlns:a16="http://schemas.microsoft.com/office/drawing/2014/main" id="{1733D4DA-CE4B-457A-8013-DAEEAFF6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68"/>
                </a:solidFill>
              </a:defRPr>
            </a:pPr>
            <a:r>
              <a:rPr sz="900" b="1">
                <a:solidFill>
                  <a:srgbClr val="5C6D68"/>
                </a:solidFill>
              </a:rPr>
              <a:t>AGENT TEAMS</a:t>
            </a:r>
          </a:p>
        </p:txBody>
      </p:sp>
      <p:sp>
        <p:nvSpPr>
          <p:cNvPr id="34" name="chrome-number">
            <a:extLst xmlns:a="http://schemas.openxmlformats.org/drawingml/2006/main">
              <a:ext uri="{FF2B5EF4-FFF2-40B4-BE49-F238E27FC236}">
                <a16:creationId xmlns:a16="http://schemas.microsoft.com/office/drawing/2014/main" id="{096041F7-F934-4654-8B6F-BBE80E81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865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D68"/>
                </a:solidFill>
              </a:defRPr>
            </a:pPr>
            <a:r>
              <a:rPr sz="1050" b="1">
                <a:solidFill>
                  <a:srgbClr val="5C6D68"/>
                </a:solidFill>
              </a:rPr>
              <a:t>09</a:t>
            </a:r>
          </a:p>
        </p:txBody>
      </p:sp>
      <p:sp>
        <p:nvSpPr>
          <p:cNvPr id="35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3E68EF3A-A543-41F0-8386-5C9AFF75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NATIVE COLLABORATION</a:t>
            </a:r>
          </a:p>
        </p:txBody>
      </p:sp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541596-4151-4ADD-834D-0A24D63D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522"/>
                </a:solidFill>
              </a:defRPr>
            </a:pPr>
            <a:r>
              <a:rPr sz="3000" b="1">
                <a:solidFill>
                  <a:srgbClr val="182522"/>
                </a:solidFill>
              </a:rPr>
              <a:t>四个 Worker，共享状态，人工最终批准</a:t>
            </a:r>
          </a:p>
        </p:txBody>
      </p:sp>
      <p:sp>
        <p:nvSpPr>
          <p:cNvPr id="3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F897C39-7F44-4350-B040-4E3694E6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D68"/>
                </a:solidFill>
              </a:defRPr>
            </a:pPr>
            <a:r>
              <a:rPr sz="1425" b="0">
                <a:solidFill>
                  <a:srgbClr val="5C6D68"/>
                </a:solidFill>
              </a:rPr>
              <a:t>Matrix Human Client 发起任务；Team Leader 在超时边界内编排并交付可复核建议。</a:t>
            </a:r>
          </a:p>
        </p:txBody>
      </p:sp>
      <p:sp>
        <p:nvSpPr>
          <p:cNvPr id="38" name="arrow">
            <a:extLst xmlns:a="http://schemas.openxmlformats.org/drawingml/2006/main">
              <a:ext uri="{FF2B5EF4-FFF2-40B4-BE49-F238E27FC236}">
                <a16:creationId xmlns:a16="http://schemas.microsoft.com/office/drawing/2014/main" id="{A883E296-DF3E-48EC-B6C7-AE84D6B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28765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76D1"/>
            </a:solidFill>
            <a:prstDash val="solid"/>
          </a:ln>
        </p:spPr>
      </p:sp>
      <p:sp>
        <p:nvSpPr>
          <p:cNvPr id="39" name="arrow">
            <a:extLst xmlns:a="http://schemas.openxmlformats.org/drawingml/2006/main">
              <a:ext uri="{FF2B5EF4-FFF2-40B4-BE49-F238E27FC236}">
                <a16:creationId xmlns:a16="http://schemas.microsoft.com/office/drawing/2014/main" id="{2465F3C6-949E-4FCE-9E34-C1F50CAE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43325" y="32956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76D1"/>
            </a:solidFill>
            <a:prstDash val="solid"/>
          </a:ln>
        </p:spPr>
      </p:sp>
      <p:sp>
        <p:nvSpPr>
          <p:cNvPr id="40" name="arrow">
            <a:extLst xmlns:a="http://schemas.openxmlformats.org/drawingml/2006/main">
              <a:ext uri="{FF2B5EF4-FFF2-40B4-BE49-F238E27FC236}">
                <a16:creationId xmlns:a16="http://schemas.microsoft.com/office/drawing/2014/main" id="{250D5C24-8969-4AA0-9712-BBF56417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47825" y="3562350"/>
            <a:ext cx="683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76D1"/>
            </a:solidFill>
            <a:prstDash val="solid"/>
          </a:ln>
        </p:spPr>
      </p:sp>
      <p:sp>
        <p:nvSpPr>
          <p:cNvPr id="41" name="arrow">
            <a:extLst xmlns:a="http://schemas.openxmlformats.org/drawingml/2006/main">
              <a:ext uri="{FF2B5EF4-FFF2-40B4-BE49-F238E27FC236}">
                <a16:creationId xmlns:a16="http://schemas.microsoft.com/office/drawing/2014/main" id="{B4E8198C-B857-4147-A16A-CA9EE187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47825" y="35623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76D1"/>
            </a:solidFill>
            <a:prstDash val="solid"/>
          </a:ln>
        </p:spPr>
      </p:sp>
      <p:sp>
        <p:nvSpPr>
          <p:cNvPr id="42" name="arrow">
            <a:extLst xmlns:a="http://schemas.openxmlformats.org/drawingml/2006/main">
              <a:ext uri="{FF2B5EF4-FFF2-40B4-BE49-F238E27FC236}">
                <a16:creationId xmlns:a16="http://schemas.microsoft.com/office/drawing/2014/main" id="{EEBAA619-161A-4B42-923C-C655CD0D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57625" y="35623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76D1"/>
            </a:solidFill>
            <a:prstDash val="solid"/>
          </a:ln>
        </p:spPr>
      </p:sp>
      <p:sp>
        <p:nvSpPr>
          <p:cNvPr id="43" name="arrow">
            <a:extLst xmlns:a="http://schemas.openxmlformats.org/drawingml/2006/main">
              <a:ext uri="{FF2B5EF4-FFF2-40B4-BE49-F238E27FC236}">
                <a16:creationId xmlns:a16="http://schemas.microsoft.com/office/drawing/2014/main" id="{98F0B3AA-BFB3-4FB4-938E-0A7EEB2B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81725" y="35623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76D1"/>
            </a:solidFill>
            <a:prstDash val="solid"/>
          </a:ln>
        </p:spPr>
      </p:sp>
      <p:sp>
        <p:nvSpPr>
          <p:cNvPr id="44" name="arrow">
            <a:extLst xmlns:a="http://schemas.openxmlformats.org/drawingml/2006/main">
              <a:ext uri="{FF2B5EF4-FFF2-40B4-BE49-F238E27FC236}">
                <a16:creationId xmlns:a16="http://schemas.microsoft.com/office/drawing/2014/main" id="{45455A72-18C4-4CA4-8C35-16268D16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86775" y="35623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76D1"/>
            </a:solidFill>
            <a:prstDash val="solid"/>
          </a:ln>
        </p:spPr>
      </p:sp>
      <p:sp>
        <p:nvSpPr>
          <p:cNvPr id="45" name="arrow">
            <a:extLst xmlns:a="http://schemas.openxmlformats.org/drawingml/2006/main">
              <a:ext uri="{FF2B5EF4-FFF2-40B4-BE49-F238E27FC236}">
                <a16:creationId xmlns:a16="http://schemas.microsoft.com/office/drawing/2014/main" id="{117A39CC-8564-46AE-9661-47FF5A61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448800" y="2876550"/>
            <a:ext cx="533400" cy="1371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C42"/>
            </a:solidFill>
            <a:prstDash val="solid"/>
          </a:ln>
        </p:spPr>
      </p:sp>
      <p:sp>
        <p:nvSpPr>
          <p:cNvPr id="46" name="arrow">
            <a:extLst xmlns:a="http://schemas.openxmlformats.org/drawingml/2006/main">
              <a:ext uri="{FF2B5EF4-FFF2-40B4-BE49-F238E27FC236}">
                <a16:creationId xmlns:a16="http://schemas.microsoft.com/office/drawing/2014/main" id="{79EA6B84-B33E-4938-ADE0-BAFD0728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77250" y="46672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C42"/>
            </a:solidFill>
            <a:prstDash val="solid"/>
          </a:ln>
        </p:spPr>
      </p:sp>
      <p:sp>
        <p:nvSpPr>
          <p:cNvPr id="47" name="arrow">
            <a:extLst xmlns:a="http://schemas.openxmlformats.org/drawingml/2006/main">
              <a:ext uri="{FF2B5EF4-FFF2-40B4-BE49-F238E27FC236}">
                <a16:creationId xmlns:a16="http://schemas.microsoft.com/office/drawing/2014/main" id="{F0E3D45A-FB52-447F-9E8F-1529A96A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191250" y="48768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C42"/>
            </a:solidFill>
            <a:prstDash val="solid"/>
          </a:ln>
        </p:spPr>
      </p:sp>
      <p:sp>
        <p:nvSpPr>
          <p:cNvPr id="48" name="arrow">
            <a:extLst xmlns:a="http://schemas.openxmlformats.org/drawingml/2006/main">
              <a:ext uri="{FF2B5EF4-FFF2-40B4-BE49-F238E27FC236}">
                <a16:creationId xmlns:a16="http://schemas.microsoft.com/office/drawing/2014/main" id="{F0175AFC-49C6-4968-8BDA-E0EAFB0D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191250" y="46672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C42"/>
            </a:solidFill>
            <a:prstDash val="solid"/>
          </a:ln>
        </p:spPr>
      </p:sp>
      <p:sp>
        <p:nvSpPr>
          <p:cNvPr id="49" name="box">
            <a:extLst xmlns:a="http://schemas.openxmlformats.org/drawingml/2006/main">
              <a:ext uri="{FF2B5EF4-FFF2-40B4-BE49-F238E27FC236}">
                <a16:creationId xmlns:a16="http://schemas.microsoft.com/office/drawing/2014/main" id="{994761A7-8B62-4FA0-9A82-A360C530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69545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50" name="agent-matrix-human-client">
            <a:extLst xmlns:a="http://schemas.openxmlformats.org/drawingml/2006/main">
              <a:ext uri="{FF2B5EF4-FFF2-40B4-BE49-F238E27FC236}">
                <a16:creationId xmlns:a16="http://schemas.microsoft.com/office/drawing/2014/main" id="{A9919EBA-9DB4-49D8-8E2F-92ACC112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Matrix Human Client</a:t>
            </a:r>
          </a:p>
        </p:txBody>
      </p:sp>
      <p:sp>
        <p:nvSpPr>
          <p:cNvPr id="51" name="agent-body-matrix-human-client">
            <a:extLst xmlns:a="http://schemas.openxmlformats.org/drawingml/2006/main">
              <a:ext uri="{FF2B5EF4-FFF2-40B4-BE49-F238E27FC236}">
                <a16:creationId xmlns:a16="http://schemas.microsoft.com/office/drawing/2014/main" id="{196A65B4-1CB5-479B-BED7-89BD6CA9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D68"/>
                </a:solidFill>
              </a:defRPr>
            </a:pPr>
            <a:r>
              <a:rPr sz="1050" b="0">
                <a:solidFill>
                  <a:srgbClr val="5C6D68"/>
                </a:solidFill>
              </a:rPr>
              <a:t>截图发起 · 人工批准</a:t>
            </a:r>
          </a:p>
        </p:txBody>
      </p:sp>
      <p:sp>
        <p:nvSpPr>
          <p:cNvPr id="52" name="box">
            <a:extLst xmlns:a="http://schemas.openxmlformats.org/drawingml/2006/main">
              <a:ext uri="{FF2B5EF4-FFF2-40B4-BE49-F238E27FC236}">
                <a16:creationId xmlns:a16="http://schemas.microsoft.com/office/drawing/2014/main" id="{AC1745DA-8345-4E43-854E-F5708BCA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57450"/>
            <a:ext cx="169545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53" name="agent-team-leader">
            <a:extLst xmlns:a="http://schemas.openxmlformats.org/drawingml/2006/main">
              <a:ext uri="{FF2B5EF4-FFF2-40B4-BE49-F238E27FC236}">
                <a16:creationId xmlns:a16="http://schemas.microsoft.com/office/drawing/2014/main" id="{FC6C5667-03B4-4C3C-8156-73D95D20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1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Team Leader</a:t>
            </a:r>
          </a:p>
        </p:txBody>
      </p:sp>
      <p:sp>
        <p:nvSpPr>
          <p:cNvPr id="54" name="agent-body-team-leader">
            <a:extLst xmlns:a="http://schemas.openxmlformats.org/drawingml/2006/main">
              <a:ext uri="{FF2B5EF4-FFF2-40B4-BE49-F238E27FC236}">
                <a16:creationId xmlns:a16="http://schemas.microsoft.com/office/drawing/2014/main" id="{C637FC56-F666-495E-90F4-C2988910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71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D68"/>
                </a:solidFill>
              </a:defRPr>
            </a:pPr>
            <a:r>
              <a:rPr sz="1050" b="0">
                <a:solidFill>
                  <a:srgbClr val="5C6D68"/>
                </a:solidFill>
              </a:rPr>
              <a:t>分解任务 · 汇总证据</a:t>
            </a:r>
          </a:p>
        </p:txBody>
      </p:sp>
      <p:sp>
        <p:nvSpPr>
          <p:cNvPr id="55" name="box">
            <a:extLst xmlns:a="http://schemas.openxmlformats.org/drawingml/2006/main">
              <a:ext uri="{FF2B5EF4-FFF2-40B4-BE49-F238E27FC236}">
                <a16:creationId xmlns:a16="http://schemas.microsoft.com/office/drawing/2014/main" id="{CAF6839B-C9E4-4CF2-8088-049D0235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92405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8FBF4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56" name="agent-worker-01-conversation-analyst">
            <a:extLst xmlns:a="http://schemas.openxmlformats.org/drawingml/2006/main">
              <a:ext uri="{FF2B5EF4-FFF2-40B4-BE49-F238E27FC236}">
                <a16:creationId xmlns:a16="http://schemas.microsoft.com/office/drawing/2014/main" id="{B56E92D9-3135-4118-B778-0870BED6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WORKER 01</a:t>
            </a:r>
          </a:p>
          <a:p xmlns:a="http://schemas.openxmlformats.org/drawingml/2006/main">
            <a:pPr algn="l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Conversation Analyst</a:t>
            </a:r>
          </a:p>
        </p:txBody>
      </p:sp>
      <p:sp>
        <p:nvSpPr>
          <p:cNvPr id="57" name="agent-body-worker-01-conversation-analyst">
            <a:extLst xmlns:a="http://schemas.openxmlformats.org/drawingml/2006/main">
              <a:ext uri="{FF2B5EF4-FFF2-40B4-BE49-F238E27FC236}">
                <a16:creationId xmlns:a16="http://schemas.microsoft.com/office/drawing/2014/main" id="{750849A0-782D-45C0-9480-B30B5D67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D68"/>
                </a:solidFill>
              </a:defRPr>
            </a:pPr>
            <a:r>
              <a:rPr sz="1050" b="0">
                <a:solidFill>
                  <a:srgbClr val="5C6D68"/>
                </a:solidFill>
              </a:rPr>
              <a:t>对话与意图</a:t>
            </a:r>
          </a:p>
        </p:txBody>
      </p:sp>
      <p:sp>
        <p:nvSpPr>
          <p:cNvPr id="58" name="box">
            <a:extLst xmlns:a="http://schemas.openxmlformats.org/drawingml/2006/main">
              <a:ext uri="{FF2B5EF4-FFF2-40B4-BE49-F238E27FC236}">
                <a16:creationId xmlns:a16="http://schemas.microsoft.com/office/drawing/2014/main" id="{2C0BA539-2965-4BD6-AEF5-89055D99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29050"/>
            <a:ext cx="192405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8FBF4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59" name="agent-worker-02-user-context-agent">
            <a:extLst xmlns:a="http://schemas.openxmlformats.org/drawingml/2006/main">
              <a:ext uri="{FF2B5EF4-FFF2-40B4-BE49-F238E27FC236}">
                <a16:creationId xmlns:a16="http://schemas.microsoft.com/office/drawing/2014/main" id="{55EFD8DB-6D80-4EB7-B945-D7B7A9A1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433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WORKER 02</a:t>
            </a:r>
          </a:p>
          <a:p xmlns:a="http://schemas.openxmlformats.org/drawingml/2006/main">
            <a:pPr algn="l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User Context Agent</a:t>
            </a:r>
          </a:p>
        </p:txBody>
      </p:sp>
      <p:sp>
        <p:nvSpPr>
          <p:cNvPr id="60" name="agent-body-worker-02-user-context-agent">
            <a:extLst xmlns:a="http://schemas.openxmlformats.org/drawingml/2006/main">
              <a:ext uri="{FF2B5EF4-FFF2-40B4-BE49-F238E27FC236}">
                <a16:creationId xmlns:a16="http://schemas.microsoft.com/office/drawing/2014/main" id="{4BA59C4D-2786-41D8-87F5-2E2B6D72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434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D68"/>
                </a:solidFill>
              </a:defRPr>
            </a:pPr>
            <a:r>
              <a:rPr sz="1050" b="0">
                <a:solidFill>
                  <a:srgbClr val="5C6D68"/>
                </a:solidFill>
              </a:rPr>
              <a:t>偏好与边界</a:t>
            </a:r>
          </a:p>
        </p:txBody>
      </p:sp>
      <p:sp>
        <p:nvSpPr>
          <p:cNvPr id="61" name="box">
            <a:extLst xmlns:a="http://schemas.openxmlformats.org/drawingml/2006/main">
              <a:ext uri="{FF2B5EF4-FFF2-40B4-BE49-F238E27FC236}">
                <a16:creationId xmlns:a16="http://schemas.microsoft.com/office/drawing/2014/main" id="{267232FB-0358-4D5A-A639-22B38AA6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29050"/>
            <a:ext cx="192405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2E2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62" name="agent-worker-03-reply-strategist">
            <a:extLst xmlns:a="http://schemas.openxmlformats.org/drawingml/2006/main">
              <a:ext uri="{FF2B5EF4-FFF2-40B4-BE49-F238E27FC236}">
                <a16:creationId xmlns:a16="http://schemas.microsoft.com/office/drawing/2014/main" id="{600073A6-FE30-45A6-A812-59257AC5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433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WORKER 03</a:t>
            </a:r>
          </a:p>
          <a:p xmlns:a="http://schemas.openxmlformats.org/drawingml/2006/main">
            <a:pPr algn="l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Reply Strategist</a:t>
            </a:r>
          </a:p>
        </p:txBody>
      </p:sp>
      <p:sp>
        <p:nvSpPr>
          <p:cNvPr id="63" name="agent-body-worker-03-reply-strategist">
            <a:extLst xmlns:a="http://schemas.openxmlformats.org/drawingml/2006/main">
              <a:ext uri="{FF2B5EF4-FFF2-40B4-BE49-F238E27FC236}">
                <a16:creationId xmlns:a16="http://schemas.microsoft.com/office/drawing/2014/main" id="{A0AEB3B0-7CFA-4F0E-A745-C1B3532B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3434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D68"/>
                </a:solidFill>
              </a:defRPr>
            </a:pPr>
            <a:r>
              <a:rPr sz="1050" b="0">
                <a:solidFill>
                  <a:srgbClr val="5C6D68"/>
                </a:solidFill>
              </a:rPr>
              <a:t>候选与语气</a:t>
            </a:r>
          </a:p>
        </p:txBody>
      </p:sp>
      <p:sp>
        <p:nvSpPr>
          <p:cNvPr id="64" name="box">
            <a:extLst xmlns:a="http://schemas.openxmlformats.org/drawingml/2006/main">
              <a:ext uri="{FF2B5EF4-FFF2-40B4-BE49-F238E27FC236}">
                <a16:creationId xmlns:a16="http://schemas.microsoft.com/office/drawing/2014/main" id="{C857D216-BC05-4C94-BAE2-89463B40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192405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8FBF4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65" name="agent-worker-04-quality-reviewer">
            <a:extLst xmlns:a="http://schemas.openxmlformats.org/drawingml/2006/main">
              <a:ext uri="{FF2B5EF4-FFF2-40B4-BE49-F238E27FC236}">
                <a16:creationId xmlns:a16="http://schemas.microsoft.com/office/drawing/2014/main" id="{E468E776-1BFE-471A-9276-D52CE268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433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WORKER 04</a:t>
            </a:r>
          </a:p>
          <a:p xmlns:a="http://schemas.openxmlformats.org/drawingml/2006/main">
            <a:pPr algn="l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Quality Reviewer</a:t>
            </a:r>
          </a:p>
        </p:txBody>
      </p:sp>
      <p:sp>
        <p:nvSpPr>
          <p:cNvPr id="66" name="agent-body-worker-04-quality-reviewer">
            <a:extLst xmlns:a="http://schemas.openxmlformats.org/drawingml/2006/main">
              <a:ext uri="{FF2B5EF4-FFF2-40B4-BE49-F238E27FC236}">
                <a16:creationId xmlns:a16="http://schemas.microsoft.com/office/drawing/2014/main" id="{46C760A2-67A7-424C-8F46-08CCC8A4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434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D68"/>
                </a:solidFill>
              </a:defRPr>
            </a:pPr>
            <a:r>
              <a:rPr sz="1050" b="0">
                <a:solidFill>
                  <a:srgbClr val="5C6D68"/>
                </a:solidFill>
              </a:rPr>
              <a:t>事实 · 隐私 · 承诺</a:t>
            </a:r>
          </a:p>
        </p:txBody>
      </p:sp>
      <p:sp>
        <p:nvSpPr>
          <p:cNvPr id="67" name="box">
            <a:extLst xmlns:a="http://schemas.openxmlformats.org/drawingml/2006/main">
              <a:ext uri="{FF2B5EF4-FFF2-40B4-BE49-F238E27FC236}">
                <a16:creationId xmlns:a16="http://schemas.microsoft.com/office/drawing/2014/main" id="{F6DC4B16-34C2-4E3F-A23C-ACB1F48C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57450"/>
            <a:ext cx="152400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2E2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68" name="agent-text">
            <a:extLst xmlns:a="http://schemas.openxmlformats.org/drawingml/2006/main">
              <a:ext uri="{FF2B5EF4-FFF2-40B4-BE49-F238E27FC236}">
                <a16:creationId xmlns:a16="http://schemas.microsoft.com/office/drawing/2014/main" id="{0D30E174-5295-4AB6-AE71-DA75A3BC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7175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用户批准</a:t>
            </a:r>
          </a:p>
        </p:txBody>
      </p:sp>
      <p:sp>
        <p:nvSpPr>
          <p:cNvPr id="69" name="agent-body-text">
            <a:extLst xmlns:a="http://schemas.openxmlformats.org/drawingml/2006/main">
              <a:ext uri="{FF2B5EF4-FFF2-40B4-BE49-F238E27FC236}">
                <a16:creationId xmlns:a16="http://schemas.microsoft.com/office/drawing/2014/main" id="{820C6AA5-9742-42B1-93F8-F171A10A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718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7738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D68"/>
                </a:solidFill>
              </a:defRPr>
            </a:pPr>
            <a:r>
              <a:rPr sz="1050" b="0">
                <a:solidFill>
                  <a:srgbClr val="5C6D68"/>
                </a:solidFill>
              </a:rPr>
              <a:t>复制 / 插入</a:t>
            </a:r>
          </a:p>
          <a:p xmlns:a="http://schemas.openxmlformats.org/drawingml/2006/main">
            <a:pPr algn="l">
              <a:defRPr sz="1050" b="0">
                <a:solidFill>
                  <a:srgbClr val="5C6D68"/>
                </a:solidFill>
              </a:defRPr>
            </a:pPr>
            <a:r>
              <a:rPr sz="1050" b="0">
                <a:solidFill>
                  <a:srgbClr val="5C6D68"/>
                </a:solidFill>
              </a:rPr>
              <a:t>绝不自动发送</a:t>
            </a:r>
          </a:p>
        </p:txBody>
      </p:sp>
      <p:sp>
        <p:nvSpPr>
          <p:cNvPr id="70" name="leader-fanout-label">
            <a:extLst xmlns:a="http://schemas.openxmlformats.org/drawingml/2006/main">
              <a:ext uri="{FF2B5EF4-FFF2-40B4-BE49-F238E27FC236}">
                <a16:creationId xmlns:a16="http://schemas.microsoft.com/office/drawing/2014/main" id="{EA049EE6-8E9C-431D-A565-C1F48A5F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337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LEADER FAN-OUT · 4/4</a:t>
            </a:r>
          </a:p>
        </p:txBody>
      </p:sp>
      <p:sp>
        <p:nvSpPr>
          <p:cNvPr id="71" name="box">
            <a:extLst xmlns:a="http://schemas.openxmlformats.org/drawingml/2006/main">
              <a:ext uri="{FF2B5EF4-FFF2-40B4-BE49-F238E27FC236}">
                <a16:creationId xmlns:a16="http://schemas.microsoft.com/office/drawing/2014/main" id="{B8FB81A0-9DF9-4059-91D2-0080C434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24450"/>
            <a:ext cx="42291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72" name="reviewer-rework-loop">
            <a:extLst xmlns:a="http://schemas.openxmlformats.org/drawingml/2006/main">
              <a:ext uri="{FF2B5EF4-FFF2-40B4-BE49-F238E27FC236}">
                <a16:creationId xmlns:a16="http://schemas.microsoft.com/office/drawing/2014/main" id="{8D5848C7-EA31-415A-9E53-DEB11872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1490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C42"/>
                </a:solidFill>
              </a:defRPr>
            </a:pPr>
            <a:r>
              <a:rPr sz="975" b="1">
                <a:solidFill>
                  <a:srgbClr val="F59C42"/>
                </a:solidFill>
              </a:rPr>
              <a:t>Reviewer 拒绝 → Strategist 重写（最多 2 次）</a:t>
            </a:r>
          </a:p>
        </p:txBody>
      </p:sp>
      <p:sp>
        <p:nvSpPr>
          <p:cNvPr id="73" name="shared-state">
            <a:extLst xmlns:a="http://schemas.openxmlformats.org/drawingml/2006/main">
              <a:ext uri="{FF2B5EF4-FFF2-40B4-BE49-F238E27FC236}">
                <a16:creationId xmlns:a16="http://schemas.microsoft.com/office/drawing/2014/main" id="{C74E07FD-6430-4464-848B-81332CD1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19700"/>
            <a:ext cx="3886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SHARED STATE · OCR 校对 · 证据 · 候选回复</a:t>
            </a:r>
          </a:p>
        </p:txBody>
      </p:sp>
      <p:sp>
        <p:nvSpPr>
          <p:cNvPr id="74" name="timeout-fallback">
            <a:extLst xmlns:a="http://schemas.openxmlformats.org/drawingml/2006/main">
              <a:ext uri="{FF2B5EF4-FFF2-40B4-BE49-F238E27FC236}">
                <a16:creationId xmlns:a16="http://schemas.microsoft.com/office/drawing/2014/main" id="{4926EB2B-4DA1-45CD-BBE8-80A218BF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676900"/>
            <a:ext cx="422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C42"/>
                </a:solidFill>
              </a:defRPr>
            </a:pPr>
            <a:r>
              <a:rPr sz="975" b="1">
                <a:solidFill>
                  <a:srgbClr val="F59C42"/>
                </a:solidFill>
              </a:rPr>
              <a:t>Worker 超时 → 降级结果 + 风险提示</a:t>
            </a:r>
          </a:p>
        </p:txBody>
      </p:sp>
      <p:sp>
        <p:nvSpPr>
          <p:cNvPr id="75" name="timeout-retry-boundary">
            <a:extLst xmlns:a="http://schemas.openxmlformats.org/drawingml/2006/main">
              <a:ext uri="{FF2B5EF4-FFF2-40B4-BE49-F238E27FC236}">
                <a16:creationId xmlns:a16="http://schemas.microsoft.com/office/drawing/2014/main" id="{2389173C-839A-4463-B9A6-E62034D3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876925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C6D68"/>
                </a:solidFill>
              </a:defRPr>
            </a:pPr>
            <a:r>
              <a:rPr sz="975" b="1">
                <a:solidFill>
                  <a:srgbClr val="5C6D68"/>
                </a:solidFill>
              </a:rPr>
              <a:t>TIMEOUT / RETRY BOUNDARY · 120s · ≤2 retries</a:t>
            </a:r>
          </a:p>
        </p:txBody>
      </p:sp>
    </p:spTree>
    <p:extLst>
      <p:ext uri="{BB962C8B-B14F-4D97-AF65-F5344CB8AC3E}">
        <p14:creationId xmlns:p14="http://schemas.microsoft.com/office/powerpoint/2010/main" val="9180508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2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box">
            <a:extLst xmlns:a="http://schemas.openxmlformats.org/drawingml/2006/main">
              <a:ext uri="{FF2B5EF4-FFF2-40B4-BE49-F238E27FC236}">
                <a16:creationId xmlns:a16="http://schemas.microsoft.com/office/drawing/2014/main" id="{5C437B15-0B71-430A-BADB-3E211A20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69C41C2C-E6C9-4492-B5E6-73825D89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B1833974-3467-4F14-B42A-FE846D16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C2FBF041-455A-425E-8CE0-A87C6222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E5431EBA-2979-409E-8F75-87C6EB38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7B89E06D-505D-4539-937C-58803D6D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B68399C2-961E-4715-A77B-FBCBC86A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1EA44E33-B8E5-453B-A15A-F34A562B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B95E0CA5-F5E8-4559-8370-7B59211D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B7088D4D-C84D-42A0-8D6B-B89CEEB4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3BE0F1F9-C372-49FF-B86E-BFA903DC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97FBB521-0806-460E-BA83-8995D022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A3EE8015-F3DF-4818-B678-FD0989EF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1B876CCD-45B8-456C-84FB-D91B6B2C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EB05372D-2DD7-4CC1-AA42-AC829DD2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9AFF3C5D-757F-41F0-8E6A-70D3E36C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F2D5E4FD-0ABE-4D0D-80D3-254596C8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8D967EE8-68DF-4C62-88C1-A5B99986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0C036B9B-481D-478B-850E-7228BCF9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DFDFFC52-AB97-483D-AF78-EBBCE4A0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5E4EE4E5-8B72-4B9E-AC8C-8AA27C24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769B6DCA-93D5-46BC-B096-6ECDC9AE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4D86B925-28A3-41F8-93FF-2D122693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0036FF67-A9FF-4CFD-8937-98C7DCCE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520847F3-D1E1-40C8-AB6A-273DA045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E7A6AD01-D74A-41DA-9266-AAE1B6C9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90D38A76-4CBD-4E17-B825-4163F0BA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62F963C3-9A03-43D1-9345-92A759A4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A290B5E8-D9D3-4943-82D0-89285575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6BAFC718-6414-423A-9397-7657385B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98836EB4-2B0E-4C1A-8C17-1359B2E4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ction-chapter">
            <a:extLst xmlns:a="http://schemas.openxmlformats.org/drawingml/2006/main">
              <a:ext uri="{FF2B5EF4-FFF2-40B4-BE49-F238E27FC236}">
                <a16:creationId xmlns:a16="http://schemas.microsoft.com/office/drawing/2014/main" id="{B0B64743-7941-4D06-949B-8217652F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D7B6"/>
                </a:solidFill>
              </a:defRPr>
            </a:pPr>
            <a:r>
              <a:rPr sz="1050" b="1">
                <a:solidFill>
                  <a:srgbClr val="55D7B6"/>
                </a:solidFill>
              </a:rPr>
              <a:t>CHAPTER 04</a:t>
            </a:r>
          </a:p>
        </p:txBody>
      </p:sp>
      <p:sp>
        <p:nvSpPr>
          <p:cNvPr id="3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FF99D267-144B-4226-B94B-D77DBCE7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Skill 工程体系</a:t>
            </a:r>
          </a:p>
        </p:txBody>
      </p:sp>
      <p:sp>
        <p:nvSpPr>
          <p:cNvPr id="34" name="section-promise">
            <a:extLst xmlns:a="http://schemas.openxmlformats.org/drawingml/2006/main">
              <a:ext uri="{FF2B5EF4-FFF2-40B4-BE49-F238E27FC236}">
                <a16:creationId xmlns:a16="http://schemas.microsoft.com/office/drawing/2014/main" id="{85027F0D-DB7B-4D09-BB90-F4280362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BD1C8"/>
                </a:solidFill>
              </a:defRPr>
            </a:pPr>
            <a:r>
              <a:rPr sz="1875" b="0">
                <a:solidFill>
                  <a:srgbClr val="BBD1C8"/>
                </a:solidFill>
              </a:rPr>
              <a:t>Skill 是有输入、输出、失败与生命周期的可审计合同。</a:t>
            </a:r>
          </a:p>
        </p:txBody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769D35AA-CE26-4D41-872A-295535EA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62000"/>
            <a:ext cx="1581150" cy="1581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ection-score">
            <a:extLst xmlns:a="http://schemas.openxmlformats.org/drawingml/2006/main">
              <a:ext uri="{FF2B5EF4-FFF2-40B4-BE49-F238E27FC236}">
                <a16:creationId xmlns:a16="http://schemas.microsoft.com/office/drawing/2014/main" id="{9E6A058E-7156-4332-8282-B3D21642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162050"/>
            <a:ext cx="135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D2420"/>
                </a:solidFill>
              </a:defRPr>
            </a:pPr>
            <a:r>
              <a:rPr sz="3150" b="1">
                <a:solidFill>
                  <a:srgbClr val="0D2420"/>
                </a:solidFill>
              </a:rPr>
              <a:t>25%</a:t>
            </a:r>
          </a:p>
        </p:txBody>
      </p:sp>
      <p:sp>
        <p:nvSpPr>
          <p:cNvPr id="37" name="section-score-label">
            <a:extLst xmlns:a="http://schemas.openxmlformats.org/drawingml/2006/main">
              <a:ext uri="{FF2B5EF4-FFF2-40B4-BE49-F238E27FC236}">
                <a16:creationId xmlns:a16="http://schemas.microsoft.com/office/drawing/2014/main" id="{018BF53F-4C6B-4065-96FE-AE0C17D9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24025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D2420"/>
                </a:solidFill>
              </a:defRPr>
            </a:pPr>
            <a:r>
              <a:rPr sz="825" b="1">
                <a:solidFill>
                  <a:srgbClr val="0D2420"/>
                </a:solidFill>
              </a:rPr>
              <a:t>EVALUATION</a:t>
            </a:r>
          </a:p>
          <a:p xmlns:a="http://schemas.openxmlformats.org/drawingml/2006/main">
            <a:pPr algn="ctr">
              <a:defRPr sz="825" b="1">
                <a:solidFill>
                  <a:srgbClr val="0D2420"/>
                </a:solidFill>
              </a:defRPr>
            </a:pPr>
            <a:r>
              <a:rPr sz="825" b="1">
                <a:solidFill>
                  <a:srgbClr val="0D2420"/>
                </a:solidFill>
              </a:rPr>
              <a:t>WEIGHT</a:t>
            </a:r>
          </a:p>
        </p:txBody>
      </p:sp>
      <p:sp>
        <p:nvSpPr>
          <p:cNvPr id="38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B5A384E0-8BBD-4D1B-A02F-9E19C51C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53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BD1C8"/>
                </a:solidFill>
              </a:defRPr>
            </a:pPr>
            <a:r>
              <a:rPr sz="1050" b="1">
                <a:solidFill>
                  <a:srgbClr val="BBD1C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66934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box">
            <a:extLst xmlns:a="http://schemas.openxmlformats.org/drawingml/2006/main">
              <a:ext uri="{FF2B5EF4-FFF2-40B4-BE49-F238E27FC236}">
                <a16:creationId xmlns:a16="http://schemas.microsoft.com/office/drawing/2014/main" id="{FC01109E-0440-4D19-9245-21D572C5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2037E086-65AB-42F7-A8A0-35A49961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85DB734E-6099-408A-928D-76D3A7DF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15E9E4B8-7B1B-4ED5-B53B-B712ABF2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3C61B157-6A1A-4CB3-AECB-AD7143DA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42F75509-904E-4BD9-8263-A2334270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4E9D7CFF-CE08-40BC-A7F6-4025AB2C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B840BCDD-D070-4C18-8951-2F618040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81F24BC9-E8BA-44CE-B7FA-C879CBAD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EA237D2F-72A0-421C-9D68-1ADBB467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307C0CA2-C713-4352-B0E6-4CEE3E69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7EB1AB19-93FF-49C2-9C81-24309975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6EC12275-5776-44A9-98F7-8A489736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1BC97474-BA1C-4660-B761-B469F7E2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522430E1-EDFF-4BF9-8015-F728B275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E2CE523A-EC30-45CE-A11D-AEBD947C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E9E155BA-3AFD-421C-84C9-C495F7F7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3944618D-F128-4E5F-BF57-CB53E27B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B857257C-A1B0-4CA1-8F63-E45DC8EF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CCB73E42-A1DB-4F17-9E7A-065F5B4E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4980ABF6-D167-44E8-B1BF-0FA7D22E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B6C55B62-3038-4C73-83DD-D8701F41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C37A9574-FC62-4DF8-91F3-6E03A8F0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61BB5E5F-45DE-44DE-B9DA-BD86D313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08CCBF0B-7F16-4172-B692-08F68123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82895D93-9209-4C10-AF8B-A7FB8BA8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A052FF72-E70A-4C15-9949-4B3FDE70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6AF8F924-E6D4-4526-8772-DBC2E646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D65D38CD-73F4-4A56-8D18-49C506F9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E3C89C8D-C5F1-498C-A33D-077B250A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2143044B-0A96-425D-AADB-D604AA1B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x">
            <a:extLst xmlns:a="http://schemas.openxmlformats.org/drawingml/2006/main">
              <a:ext uri="{FF2B5EF4-FFF2-40B4-BE49-F238E27FC236}">
                <a16:creationId xmlns:a16="http://schemas.microsoft.com/office/drawing/2014/main" id="{D8E6E76E-1FD9-45F2-86A7-2119DE42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rome-section">
            <a:extLst xmlns:a="http://schemas.openxmlformats.org/drawingml/2006/main">
              <a:ext uri="{FF2B5EF4-FFF2-40B4-BE49-F238E27FC236}">
                <a16:creationId xmlns:a16="http://schemas.microsoft.com/office/drawing/2014/main" id="{1E199B80-CDC9-429B-B0E5-9F464654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68"/>
                </a:solidFill>
              </a:defRPr>
            </a:pPr>
            <a:r>
              <a:rPr sz="900" b="1">
                <a:solidFill>
                  <a:srgbClr val="5C6D68"/>
                </a:solidFill>
              </a:rPr>
              <a:t>SKILL ENGINEERING</a:t>
            </a:r>
          </a:p>
        </p:txBody>
      </p:sp>
      <p:sp>
        <p:nvSpPr>
          <p:cNvPr id="34" name="chrome-number">
            <a:extLst xmlns:a="http://schemas.openxmlformats.org/drawingml/2006/main">
              <a:ext uri="{FF2B5EF4-FFF2-40B4-BE49-F238E27FC236}">
                <a16:creationId xmlns:a16="http://schemas.microsoft.com/office/drawing/2014/main" id="{8C2D3022-0A5F-412F-9419-EE7EA31D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865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D68"/>
                </a:solidFill>
              </a:defRPr>
            </a:pPr>
            <a:r>
              <a:rPr sz="1050" b="1">
                <a:solidFill>
                  <a:srgbClr val="5C6D68"/>
                </a:solidFill>
              </a:rPr>
              <a:t>11</a:t>
            </a:r>
          </a:p>
        </p:txBody>
      </p:sp>
      <p:sp>
        <p:nvSpPr>
          <p:cNvPr id="35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28C64841-252A-4FAD-8076-262F3CB5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SKILL CONTRACTS</a:t>
            </a:r>
          </a:p>
        </p:txBody>
      </p:sp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449C2C-453B-46EC-9A96-E9467FA1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522"/>
                </a:solidFill>
              </a:defRPr>
            </a:pPr>
            <a:r>
              <a:rPr sz="3000" b="1">
                <a:solidFill>
                  <a:srgbClr val="182522"/>
                </a:solidFill>
              </a:rPr>
              <a:t>首发 3 项 Skill：合同先于实现</a:t>
            </a:r>
          </a:p>
        </p:txBody>
      </p:sp>
      <p:sp>
        <p:nvSpPr>
          <p:cNvPr id="3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84AA06B-CDC8-4181-9246-BEBB9FBE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D68"/>
                </a:solidFill>
              </a:defRPr>
            </a:pPr>
            <a:r>
              <a:rPr sz="1425" b="0">
                <a:solidFill>
                  <a:srgbClr val="5C6D68"/>
                </a:solidFill>
              </a:rPr>
              <a:t>同一套捕获、协作、验证与人工审批基础设施，可由不同输入输出合同复用。</a:t>
            </a:r>
          </a:p>
        </p:txBody>
      </p:sp>
      <p:sp>
        <p:nvSpPr>
          <p:cNvPr id="38" name="box">
            <a:extLst xmlns:a="http://schemas.openxmlformats.org/drawingml/2006/main">
              <a:ext uri="{FF2B5EF4-FFF2-40B4-BE49-F238E27FC236}">
                <a16:creationId xmlns:a16="http://schemas.microsoft.com/office/drawing/2014/main" id="{B742C97D-087A-442F-BC64-3A30626A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429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BF4"/>
          </a:solidFill>
          <a:ln xmlns:a="http://schemas.openxmlformats.org/drawingml/2006/main" w="19050">
            <a:solidFill>
              <a:srgbClr val="55D7B6"/>
            </a:solidFill>
            <a:prstDash val="solid"/>
          </a:ln>
        </p:spPr>
      </p:sp>
      <p:sp>
        <p:nvSpPr>
          <p:cNvPr id="39" name="skill-label-1">
            <a:extLst xmlns:a="http://schemas.openxmlformats.org/drawingml/2006/main">
              <a:ext uri="{FF2B5EF4-FFF2-40B4-BE49-F238E27FC236}">
                <a16:creationId xmlns:a16="http://schemas.microsoft.com/office/drawing/2014/main" id="{91873D78-8143-4D4A-B27D-EE6FC112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76D1"/>
                </a:solidFill>
              </a:defRPr>
            </a:pPr>
            <a:r>
              <a:rPr sz="825" b="1">
                <a:solidFill>
                  <a:srgbClr val="1576D1"/>
                </a:solidFill>
              </a:rPr>
              <a:t>SKILL 01 · HERO</a:t>
            </a:r>
          </a:p>
        </p:txBody>
      </p:sp>
      <p:sp>
        <p:nvSpPr>
          <p:cNvPr id="40" name="skill-id-wechat-smart-reply">
            <a:extLst xmlns:a="http://schemas.openxmlformats.org/drawingml/2006/main">
              <a:ext uri="{FF2B5EF4-FFF2-40B4-BE49-F238E27FC236}">
                <a16:creationId xmlns:a16="http://schemas.microsoft.com/office/drawing/2014/main" id="{C54626DA-F6B6-436B-8461-82BCD50D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522"/>
                </a:solidFill>
              </a:defRPr>
            </a:pPr>
            <a:r>
              <a:rPr sz="1275" b="1">
                <a:solidFill>
                  <a:srgbClr val="182522"/>
                </a:solidFill>
              </a:rPr>
              <a:t>wechat-smart-reply</a:t>
            </a:r>
          </a:p>
        </p:txBody>
      </p:sp>
      <p:sp>
        <p:nvSpPr>
          <p:cNvPr id="41" name="skill-contract-1">
            <a:extLst xmlns:a="http://schemas.openxmlformats.org/drawingml/2006/main">
              <a:ext uri="{FF2B5EF4-FFF2-40B4-BE49-F238E27FC236}">
                <a16:creationId xmlns:a16="http://schemas.microsoft.com/office/drawing/2014/main" id="{CDD7AAD7-9F28-43D5-BFF8-EDF95299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D68"/>
                </a:solidFill>
              </a:defRPr>
            </a:pPr>
            <a:r>
              <a:rPr sz="975" b="0">
                <a:solidFill>
                  <a:srgbClr val="5C6D68"/>
                </a:solidFill>
              </a:rPr>
              <a:t>Screenshot + User Context</a:t>
            </a:r>
          </a:p>
          <a:p xmlns:a="http://schemas.openxmlformats.org/drawingml/2006/main">
            <a:pPr algn="l">
              <a:defRPr sz="975" b="0">
                <a:solidFill>
                  <a:srgbClr val="5C6D68"/>
                </a:solidFill>
              </a:defRPr>
            </a:pPr>
            <a:r>
              <a:rPr sz="975" b="0">
                <a:solidFill>
                  <a:srgbClr val="5C6D68"/>
                </a:solidFill>
              </a:rPr>
              <a:t>→ ReplyBundle</a:t>
            </a:r>
          </a:p>
        </p:txBody>
      </p:sp>
      <p:sp>
        <p:nvSpPr>
          <p:cNvPr id="42" name="box">
            <a:extLst xmlns:a="http://schemas.openxmlformats.org/drawingml/2006/main">
              <a:ext uri="{FF2B5EF4-FFF2-40B4-BE49-F238E27FC236}">
                <a16:creationId xmlns:a16="http://schemas.microsoft.com/office/drawing/2014/main" id="{EB16561E-DDC9-4FC6-BDE2-5E1FB38B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429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43" name="skill-label-2">
            <a:extLst xmlns:a="http://schemas.openxmlformats.org/drawingml/2006/main">
              <a:ext uri="{FF2B5EF4-FFF2-40B4-BE49-F238E27FC236}">
                <a16:creationId xmlns:a16="http://schemas.microsoft.com/office/drawing/2014/main" id="{FA956661-099D-4B56-B226-7608DF1C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76D1"/>
                </a:solidFill>
              </a:defRPr>
            </a:pPr>
            <a:r>
              <a:rPr sz="825" b="1">
                <a:solidFill>
                  <a:srgbClr val="1576D1"/>
                </a:solidFill>
              </a:rPr>
              <a:t>SKILL 02</a:t>
            </a:r>
          </a:p>
        </p:txBody>
      </p:sp>
      <p:sp>
        <p:nvSpPr>
          <p:cNvPr id="44" name="skill-id-selection-rewrite">
            <a:extLst xmlns:a="http://schemas.openxmlformats.org/drawingml/2006/main">
              <a:ext uri="{FF2B5EF4-FFF2-40B4-BE49-F238E27FC236}">
                <a16:creationId xmlns:a16="http://schemas.microsoft.com/office/drawing/2014/main" id="{CC337662-6D15-46A2-8680-4B7785EE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522"/>
                </a:solidFill>
              </a:defRPr>
            </a:pPr>
            <a:r>
              <a:rPr sz="1275" b="1">
                <a:solidFill>
                  <a:srgbClr val="182522"/>
                </a:solidFill>
              </a:rPr>
              <a:t>selection-rewrite</a:t>
            </a:r>
          </a:p>
        </p:txBody>
      </p:sp>
      <p:sp>
        <p:nvSpPr>
          <p:cNvPr id="45" name="skill-contract-2">
            <a:extLst xmlns:a="http://schemas.openxmlformats.org/drawingml/2006/main">
              <a:ext uri="{FF2B5EF4-FFF2-40B4-BE49-F238E27FC236}">
                <a16:creationId xmlns:a16="http://schemas.microsoft.com/office/drawing/2014/main" id="{3EE6C819-0D46-4DA6-9F8A-76B50D1A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D68"/>
                </a:solidFill>
              </a:defRPr>
            </a:pPr>
            <a:r>
              <a:rPr sz="975" b="0">
                <a:solidFill>
                  <a:srgbClr val="5C6D68"/>
                </a:solidFill>
              </a:rPr>
              <a:t>Selected Text + Tone</a:t>
            </a:r>
          </a:p>
          <a:p xmlns:a="http://schemas.openxmlformats.org/drawingml/2006/main">
            <a:pPr algn="l">
              <a:defRPr sz="975" b="0">
                <a:solidFill>
                  <a:srgbClr val="5C6D68"/>
                </a:solidFill>
              </a:defRPr>
            </a:pPr>
            <a:r>
              <a:rPr sz="975" b="0">
                <a:solidFill>
                  <a:srgbClr val="5C6D68"/>
                </a:solidFill>
              </a:rPr>
              <a:t>→ Rewritten Text</a:t>
            </a:r>
          </a:p>
        </p:txBody>
      </p:sp>
      <p:sp>
        <p:nvSpPr>
          <p:cNvPr id="46" name="box">
            <a:extLst xmlns:a="http://schemas.openxmlformats.org/drawingml/2006/main">
              <a:ext uri="{FF2B5EF4-FFF2-40B4-BE49-F238E27FC236}">
                <a16:creationId xmlns:a16="http://schemas.microsoft.com/office/drawing/2014/main" id="{77AAAC41-B622-41DE-9635-B73A2088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43150"/>
            <a:ext cx="3429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47" name="skill-label-3">
            <a:extLst xmlns:a="http://schemas.openxmlformats.org/drawingml/2006/main">
              <a:ext uri="{FF2B5EF4-FFF2-40B4-BE49-F238E27FC236}">
                <a16:creationId xmlns:a16="http://schemas.microsoft.com/office/drawing/2014/main" id="{4EDC85AC-C224-4843-9CDB-F1AD15E2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76D1"/>
                </a:solidFill>
              </a:defRPr>
            </a:pPr>
            <a:r>
              <a:rPr sz="825" b="1">
                <a:solidFill>
                  <a:srgbClr val="1576D1"/>
                </a:solidFill>
              </a:rPr>
              <a:t>SKILL 03</a:t>
            </a:r>
          </a:p>
        </p:txBody>
      </p:sp>
      <p:sp>
        <p:nvSpPr>
          <p:cNvPr id="48" name="skill-id-screenshot-action-advisor">
            <a:extLst xmlns:a="http://schemas.openxmlformats.org/drawingml/2006/main">
              <a:ext uri="{FF2B5EF4-FFF2-40B4-BE49-F238E27FC236}">
                <a16:creationId xmlns:a16="http://schemas.microsoft.com/office/drawing/2014/main" id="{00C85C9E-B0C2-4BBC-81D8-22F55781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522"/>
                </a:solidFill>
              </a:defRPr>
            </a:pPr>
            <a:r>
              <a:rPr sz="1125" b="1">
                <a:solidFill>
                  <a:srgbClr val="182522"/>
                </a:solidFill>
              </a:rPr>
              <a:t>screenshot-action-advisor</a:t>
            </a:r>
          </a:p>
        </p:txBody>
      </p:sp>
      <p:sp>
        <p:nvSpPr>
          <p:cNvPr id="49" name="skill-contract-3">
            <a:extLst xmlns:a="http://schemas.openxmlformats.org/drawingml/2006/main">
              <a:ext uri="{FF2B5EF4-FFF2-40B4-BE49-F238E27FC236}">
                <a16:creationId xmlns:a16="http://schemas.microsoft.com/office/drawing/2014/main" id="{A633ACA4-B752-4B85-9D31-46785BA4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D68"/>
                </a:solidFill>
              </a:defRPr>
            </a:pPr>
            <a:r>
              <a:rPr sz="975" b="0">
                <a:solidFill>
                  <a:srgbClr val="5C6D68"/>
                </a:solidFill>
              </a:rPr>
              <a:t>Screenshot + Goal</a:t>
            </a:r>
          </a:p>
          <a:p xmlns:a="http://schemas.openxmlformats.org/drawingml/2006/main">
            <a:pPr algn="l">
              <a:defRPr sz="975" b="0">
                <a:solidFill>
                  <a:srgbClr val="5C6D68"/>
                </a:solidFill>
              </a:defRPr>
            </a:pPr>
            <a:r>
              <a:rPr sz="975" b="0">
                <a:solidFill>
                  <a:srgbClr val="5C6D68"/>
                </a:solidFill>
              </a:rPr>
              <a:t>→ Action Suggestions</a:t>
            </a:r>
          </a:p>
        </p:txBody>
      </p:sp>
      <p:sp>
        <p:nvSpPr>
          <p:cNvPr id="50" name="box">
            <a:extLst xmlns:a="http://schemas.openxmlformats.org/drawingml/2006/main">
              <a:ext uri="{FF2B5EF4-FFF2-40B4-BE49-F238E27FC236}">
                <a16:creationId xmlns:a16="http://schemas.microsoft.com/office/drawing/2014/main" id="{BC7BBB86-E6DB-4B40-9F20-AFA46FC9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820400" cy="211455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5D7B6"/>
            </a:solidFill>
            <a:prstDash val="solid"/>
          </a:ln>
        </p:spPr>
      </p:sp>
      <p:sp>
        <p:nvSpPr>
          <p:cNvPr id="51" name="primary-skill-contract-title">
            <a:extLst xmlns:a="http://schemas.openxmlformats.org/drawingml/2006/main">
              <a:ext uri="{FF2B5EF4-FFF2-40B4-BE49-F238E27FC236}">
                <a16:creationId xmlns:a16="http://schemas.microsoft.com/office/drawing/2014/main" id="{21637FF9-2427-4182-BF03-8E337D2D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PRIMARY SKILL CONTRACT · wechat-smart-reply</a:t>
            </a:r>
          </a:p>
        </p:txBody>
      </p:sp>
      <p:sp>
        <p:nvSpPr>
          <p:cNvPr id="52" name="primary-skill-contract-promise">
            <a:extLst xmlns:a="http://schemas.openxmlformats.org/drawingml/2006/main">
              <a:ext uri="{FF2B5EF4-FFF2-40B4-BE49-F238E27FC236}">
                <a16:creationId xmlns:a16="http://schemas.microsoft.com/office/drawing/2014/main" id="{901DAF9A-6B6D-431D-A753-D9F63575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522"/>
                </a:solidFill>
              </a:defRPr>
            </a:pPr>
            <a:r>
              <a:rPr sz="1500" b="1">
                <a:solidFill>
                  <a:srgbClr val="182522"/>
                </a:solidFill>
              </a:rPr>
              <a:t>微信截图智能回复：把已校对的最小必要上下文，变为可复核、由用户决定的回复候选。</a:t>
            </a:r>
          </a:p>
        </p:txBody>
      </p:sp>
      <p:sp>
        <p:nvSpPr>
          <p:cNvPr id="53" name="primary-skill-input">
            <a:extLst xmlns:a="http://schemas.openxmlformats.org/drawingml/2006/main">
              <a:ext uri="{FF2B5EF4-FFF2-40B4-BE49-F238E27FC236}">
                <a16:creationId xmlns:a16="http://schemas.microsoft.com/office/drawing/2014/main" id="{90E19C59-FCC0-4161-81C7-847A3028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C42"/>
                </a:solidFill>
              </a:defRPr>
            </a:pPr>
            <a:r>
              <a:rPr sz="900" b="1">
                <a:solidFill>
                  <a:srgbClr val="F59C42"/>
                </a:solidFill>
              </a:rPr>
              <a:t>INPUT</a:t>
            </a:r>
          </a:p>
        </p:txBody>
      </p:sp>
      <p:sp>
        <p:nvSpPr>
          <p:cNvPr id="54" name="primary-skill-input-value">
            <a:extLst xmlns:a="http://schemas.openxmlformats.org/drawingml/2006/main">
              <a:ext uri="{FF2B5EF4-FFF2-40B4-BE49-F238E27FC236}">
                <a16:creationId xmlns:a16="http://schemas.microsoft.com/office/drawing/2014/main" id="{821C1AFD-89D3-4261-9BFD-B1F72822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230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522"/>
                </a:solidFill>
              </a:defRPr>
            </a:pPr>
            <a:r>
              <a:rPr sz="1050" b="0">
                <a:solidFill>
                  <a:srgbClr val="182522"/>
                </a:solidFill>
              </a:rPr>
              <a:t>Screenshot + User Context</a:t>
            </a:r>
          </a:p>
          <a:p xmlns:a="http://schemas.openxmlformats.org/drawingml/2006/main">
            <a:pPr algn="l">
              <a:defRPr sz="1050" b="0">
                <a:solidFill>
                  <a:srgbClr val="182522"/>
                </a:solidFill>
              </a:defRPr>
            </a:pPr>
            <a:r>
              <a:rPr sz="1050" b="0">
                <a:solidFill>
                  <a:srgbClr val="182522"/>
                </a:solidFill>
              </a:rPr>
              <a:t>（本地 OCR 后的结构化上下文）</a:t>
            </a:r>
          </a:p>
        </p:txBody>
      </p:sp>
      <p:sp>
        <p:nvSpPr>
          <p:cNvPr id="55" name="box">
            <a:extLst xmlns:a="http://schemas.openxmlformats.org/drawingml/2006/main">
              <a:ext uri="{FF2B5EF4-FFF2-40B4-BE49-F238E27FC236}">
                <a16:creationId xmlns:a16="http://schemas.microsoft.com/office/drawing/2014/main" id="{909BF0F2-E1D1-41C8-8F4C-76791AC8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29150"/>
            <a:ext cx="95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rimary-skill-output">
            <a:extLst xmlns:a="http://schemas.openxmlformats.org/drawingml/2006/main">
              <a:ext uri="{FF2B5EF4-FFF2-40B4-BE49-F238E27FC236}">
                <a16:creationId xmlns:a16="http://schemas.microsoft.com/office/drawing/2014/main" id="{D6207299-1FE7-4ABC-9FC8-8B7A5BF9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291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C42"/>
                </a:solidFill>
              </a:defRPr>
            </a:pPr>
            <a:r>
              <a:rPr sz="900" b="1">
                <a:solidFill>
                  <a:srgbClr val="F59C42"/>
                </a:solidFill>
              </a:rPr>
              <a:t>OUTPUT</a:t>
            </a:r>
          </a:p>
        </p:txBody>
      </p:sp>
      <p:sp>
        <p:nvSpPr>
          <p:cNvPr id="57" name="primary-skill-output-value">
            <a:extLst xmlns:a="http://schemas.openxmlformats.org/drawingml/2006/main">
              <a:ext uri="{FF2B5EF4-FFF2-40B4-BE49-F238E27FC236}">
                <a16:creationId xmlns:a16="http://schemas.microsoft.com/office/drawing/2014/main" id="{377CE969-F8B2-48A1-87F0-05441AF4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14900"/>
            <a:ext cx="230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522"/>
                </a:solidFill>
              </a:defRPr>
            </a:pPr>
            <a:r>
              <a:rPr sz="1050" b="0">
                <a:solidFill>
                  <a:srgbClr val="182522"/>
                </a:solidFill>
              </a:rPr>
              <a:t>ReplyBundle</a:t>
            </a:r>
          </a:p>
          <a:p xmlns:a="http://schemas.openxmlformats.org/drawingml/2006/main">
            <a:pPr algn="l">
              <a:defRPr sz="1050" b="0">
                <a:solidFill>
                  <a:srgbClr val="182522"/>
                </a:solidFill>
              </a:defRPr>
            </a:pPr>
            <a:r>
              <a:rPr sz="1050" b="0">
                <a:solidFill>
                  <a:srgbClr val="182522"/>
                </a:solidFill>
              </a:rPr>
              <a:t>候选回复 + 验证证据</a:t>
            </a:r>
          </a:p>
        </p:txBody>
      </p:sp>
      <p:sp>
        <p:nvSpPr>
          <p:cNvPr id="58" name="box">
            <a:extLst xmlns:a="http://schemas.openxmlformats.org/drawingml/2006/main">
              <a:ext uri="{FF2B5EF4-FFF2-40B4-BE49-F238E27FC236}">
                <a16:creationId xmlns:a16="http://schemas.microsoft.com/office/drawing/2014/main" id="{3C422F3C-F05E-43CC-89EE-3ED77024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29150"/>
            <a:ext cx="95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rimary-skill-failure">
            <a:extLst xmlns:a="http://schemas.openxmlformats.org/drawingml/2006/main">
              <a:ext uri="{FF2B5EF4-FFF2-40B4-BE49-F238E27FC236}">
                <a16:creationId xmlns:a16="http://schemas.microsoft.com/office/drawing/2014/main" id="{B9A1FF86-5837-4686-88D5-63A7576F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291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C42"/>
                </a:solidFill>
              </a:defRPr>
            </a:pPr>
            <a:r>
              <a:rPr sz="900" b="1">
                <a:solidFill>
                  <a:srgbClr val="F59C42"/>
                </a:solidFill>
              </a:rPr>
              <a:t>FAILURE</a:t>
            </a:r>
          </a:p>
        </p:txBody>
      </p:sp>
      <p:sp>
        <p:nvSpPr>
          <p:cNvPr id="60" name="primary-skill-failure-value">
            <a:extLst xmlns:a="http://schemas.openxmlformats.org/drawingml/2006/main">
              <a:ext uri="{FF2B5EF4-FFF2-40B4-BE49-F238E27FC236}">
                <a16:creationId xmlns:a16="http://schemas.microsoft.com/office/drawing/2014/main" id="{66E7ED42-B7CD-43DF-9FBC-6F1F003C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14900"/>
            <a:ext cx="230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522"/>
                </a:solidFill>
              </a:defRPr>
            </a:pPr>
            <a:r>
              <a:rPr sz="1050" b="0">
                <a:solidFill>
                  <a:srgbClr val="182522"/>
                </a:solidFill>
              </a:rPr>
              <a:t>低置信 OCR → 用户校正</a:t>
            </a:r>
          </a:p>
          <a:p xmlns:a="http://schemas.openxmlformats.org/drawingml/2006/main">
            <a:pPr algn="l">
              <a:defRPr sz="1050" b="0">
                <a:solidFill>
                  <a:srgbClr val="182522"/>
                </a:solidFill>
              </a:defRPr>
            </a:pPr>
            <a:r>
              <a:rPr sz="1050" b="0">
                <a:solidFill>
                  <a:srgbClr val="182522"/>
                </a:solidFill>
              </a:rPr>
              <a:t>Reviewer 拒绝 → 重写 / 降级</a:t>
            </a:r>
          </a:p>
        </p:txBody>
      </p:sp>
      <p:sp>
        <p:nvSpPr>
          <p:cNvPr id="61" name="box">
            <a:extLst xmlns:a="http://schemas.openxmlformats.org/drawingml/2006/main">
              <a:ext uri="{FF2B5EF4-FFF2-40B4-BE49-F238E27FC236}">
                <a16:creationId xmlns:a16="http://schemas.microsoft.com/office/drawing/2014/main" id="{8FAD9347-889C-4D12-986D-BE271177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29150"/>
            <a:ext cx="95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rimary-skill-lifecycle">
            <a:extLst xmlns:a="http://schemas.openxmlformats.org/drawingml/2006/main">
              <a:ext uri="{FF2B5EF4-FFF2-40B4-BE49-F238E27FC236}">
                <a16:creationId xmlns:a16="http://schemas.microsoft.com/office/drawing/2014/main" id="{E4CFEFAC-A1C6-4CB9-A8A9-2124CFED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291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C42"/>
                </a:solidFill>
              </a:defRPr>
            </a:pPr>
            <a:r>
              <a:rPr sz="900" b="1">
                <a:solidFill>
                  <a:srgbClr val="F59C42"/>
                </a:solidFill>
              </a:rPr>
              <a:t>LIFECYCLE</a:t>
            </a:r>
          </a:p>
        </p:txBody>
      </p:sp>
      <p:sp>
        <p:nvSpPr>
          <p:cNvPr id="63" name="primary-skill-lifecycle-value">
            <a:extLst xmlns:a="http://schemas.openxmlformats.org/drawingml/2006/main">
              <a:ext uri="{FF2B5EF4-FFF2-40B4-BE49-F238E27FC236}">
                <a16:creationId xmlns:a16="http://schemas.microsoft.com/office/drawing/2014/main" id="{132D6CDA-3F0E-4E22-9E17-5C602D47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14900"/>
            <a:ext cx="230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522"/>
                </a:solidFill>
              </a:defRPr>
            </a:pPr>
            <a:r>
              <a:rPr sz="1050" b="0">
                <a:solidFill>
                  <a:srgbClr val="182522"/>
                </a:solidFill>
              </a:rPr>
              <a:t>capture → OCR → minimize →</a:t>
            </a:r>
          </a:p>
          <a:p xmlns:a="http://schemas.openxmlformats.org/drawingml/2006/main">
            <a:pPr algn="l">
              <a:defRPr sz="1050" b="0">
                <a:solidFill>
                  <a:srgbClr val="182522"/>
                </a:solidFill>
              </a:defRPr>
            </a:pPr>
            <a:r>
              <a:rPr sz="1050" b="0">
                <a:solidFill>
                  <a:srgbClr val="182522"/>
                </a:solidFill>
              </a:rPr>
              <a:t>team → verify → user approve</a:t>
            </a:r>
          </a:p>
        </p:txBody>
      </p:sp>
    </p:spTree>
    <p:extLst>
      <p:ext uri="{BB962C8B-B14F-4D97-AF65-F5344CB8AC3E}">
        <p14:creationId xmlns:p14="http://schemas.microsoft.com/office/powerpoint/2010/main" val="17081376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2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box">
            <a:extLst xmlns:a="http://schemas.openxmlformats.org/drawingml/2006/main">
              <a:ext uri="{FF2B5EF4-FFF2-40B4-BE49-F238E27FC236}">
                <a16:creationId xmlns:a16="http://schemas.microsoft.com/office/drawing/2014/main" id="{0C32DFB2-4DED-4743-A407-AEAD1B6B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787560B6-0D13-4368-9A6C-BA2E3F6C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220B0B43-9F17-4D8F-930D-CEA16AF5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FDA48E25-E4C5-4D21-8144-0237A378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04F40762-3055-4F3D-86F5-A8CBFA58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E9BF1D6C-A671-4889-AF7C-D8D7D7B5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5955E661-A0B7-4C1A-96B7-EA2333FE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E454A3C0-28F4-4550-9CCA-2A02CE57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5092F9FD-6FA8-4521-9E98-5BAC2459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58F6F794-D7C4-412E-A674-FD5C63A4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F985136D-1763-475A-AF0A-F810A95E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3FCDCDDA-4709-44AB-A760-981784B3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AACAC633-9B74-4357-8EDA-4F749C5B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4471B30D-0437-40A4-9971-AC851F60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BB48F97E-6503-4121-B84F-A8EFB3D1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B817DEA9-6EA3-4441-9814-04F3B1E1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A4CC4CFF-4BE7-4F6A-AD8F-F10176CE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E0A2423F-3335-489D-8CD1-08A6349F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9737B342-C439-495D-9F1F-C856B145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099A4F55-A388-4016-89EE-512503D7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3654F6C1-2902-40F5-98D3-F98E9EFC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CFE7BEA9-9BC7-4243-971D-C69F64E7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FA23CBB4-8E1B-4F05-827D-8C4147C3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BA862E58-9117-4C3A-8C3A-5810A59E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B8AF65C2-3683-4CA2-9DD3-F88303B7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9B148AE9-F90A-4197-A7A1-13624E2D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EF1CE4C3-C2BF-48F1-BDEE-2C59C43F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0CDB45ED-E155-4DF6-9F71-2BC88A74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D919DAA1-4820-4777-8A8B-54D49EA9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D30F518D-84A8-46FB-9333-235F215A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7E3A39F6-F5E9-438D-B6C2-7BDD8F4E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ction-chapter">
            <a:extLst xmlns:a="http://schemas.openxmlformats.org/drawingml/2006/main">
              <a:ext uri="{FF2B5EF4-FFF2-40B4-BE49-F238E27FC236}">
                <a16:creationId xmlns:a16="http://schemas.microsoft.com/office/drawing/2014/main" id="{53CFA30E-631E-4DCA-94C2-608B8052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D7B6"/>
                </a:solidFill>
              </a:defRPr>
            </a:pPr>
            <a:r>
              <a:rPr sz="1050" b="1">
                <a:solidFill>
                  <a:srgbClr val="55D7B6"/>
                </a:solidFill>
              </a:rPr>
              <a:t>CHAPTER 05</a:t>
            </a:r>
          </a:p>
        </p:txBody>
      </p:sp>
      <p:sp>
        <p:nvSpPr>
          <p:cNvPr id="3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E53C3BBD-9A0A-41CF-96F6-542F3192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2143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工程落地、运行验证与安全可审计</a:t>
            </a:r>
          </a:p>
        </p:txBody>
      </p:sp>
      <p:sp>
        <p:nvSpPr>
          <p:cNvPr id="34" name="section-promise">
            <a:extLst xmlns:a="http://schemas.openxmlformats.org/drawingml/2006/main">
              <a:ext uri="{FF2B5EF4-FFF2-40B4-BE49-F238E27FC236}">
                <a16:creationId xmlns:a16="http://schemas.microsoft.com/office/drawing/2014/main" id="{1148D5BE-89A2-4B8A-ACD5-C383AFC1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BD1C8"/>
                </a:solidFill>
              </a:defRPr>
            </a:pPr>
            <a:r>
              <a:rPr sz="1875" b="0">
                <a:solidFill>
                  <a:srgbClr val="BBD1C8"/>
                </a:solidFill>
              </a:rPr>
              <a:t>把运行状态、失败边界与安全承诺放进同一条可审计链路</a:t>
            </a:r>
          </a:p>
        </p:txBody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068DE856-0736-4E4F-8422-2AF40978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62000"/>
            <a:ext cx="1581150" cy="1581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ection-score">
            <a:extLst xmlns:a="http://schemas.openxmlformats.org/drawingml/2006/main">
              <a:ext uri="{FF2B5EF4-FFF2-40B4-BE49-F238E27FC236}">
                <a16:creationId xmlns:a16="http://schemas.microsoft.com/office/drawing/2014/main" id="{42D5D39F-517E-48F9-96E2-80179263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162050"/>
            <a:ext cx="135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D2420"/>
                </a:solidFill>
              </a:defRPr>
            </a:pPr>
            <a:r>
              <a:rPr sz="3150" b="1">
                <a:solidFill>
                  <a:srgbClr val="0D2420"/>
                </a:solidFill>
              </a:rPr>
              <a:t>20%</a:t>
            </a:r>
          </a:p>
        </p:txBody>
      </p:sp>
      <p:sp>
        <p:nvSpPr>
          <p:cNvPr id="37" name="section-score-label">
            <a:extLst xmlns:a="http://schemas.openxmlformats.org/drawingml/2006/main">
              <a:ext uri="{FF2B5EF4-FFF2-40B4-BE49-F238E27FC236}">
                <a16:creationId xmlns:a16="http://schemas.microsoft.com/office/drawing/2014/main" id="{53BECFA0-9C70-4E2A-8E89-E1907D8F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24025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D2420"/>
                </a:solidFill>
              </a:defRPr>
            </a:pPr>
            <a:r>
              <a:rPr sz="825" b="1">
                <a:solidFill>
                  <a:srgbClr val="0D2420"/>
                </a:solidFill>
              </a:rPr>
              <a:t>EVALUATION</a:t>
            </a:r>
          </a:p>
          <a:p xmlns:a="http://schemas.openxmlformats.org/drawingml/2006/main">
            <a:pPr algn="ctr">
              <a:defRPr sz="825" b="1">
                <a:solidFill>
                  <a:srgbClr val="0D2420"/>
                </a:solidFill>
              </a:defRPr>
            </a:pPr>
            <a:r>
              <a:rPr sz="825" b="1">
                <a:solidFill>
                  <a:srgbClr val="0D2420"/>
                </a:solidFill>
              </a:rPr>
              <a:t>WEIGHT</a:t>
            </a:r>
          </a:p>
        </p:txBody>
      </p:sp>
      <p:sp>
        <p:nvSpPr>
          <p:cNvPr id="38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32B8E05A-C16B-4D24-AE73-1887F05F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53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BD1C8"/>
                </a:solidFill>
              </a:defRPr>
            </a:pPr>
            <a:r>
              <a:rPr sz="1050" b="1">
                <a:solidFill>
                  <a:srgbClr val="BBD1C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661199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box">
            <a:extLst xmlns:a="http://schemas.openxmlformats.org/drawingml/2006/main">
              <a:ext uri="{FF2B5EF4-FFF2-40B4-BE49-F238E27FC236}">
                <a16:creationId xmlns:a16="http://schemas.microsoft.com/office/drawing/2014/main" id="{5DD6C263-05F7-4D35-AC85-E4A8A005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522542E1-1E11-4100-B4B4-600FFC69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D9EBC244-F80B-4118-A788-77AF89BE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CFA9D8C2-5B01-44FB-845C-3FF9F71C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0AD1F9E0-9959-4A0A-BA24-0EE618D2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1EB671BE-68C6-45B5-B58B-C30A4E62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B30ED704-A46F-4F18-970F-B6A27E16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E15F8DF9-B430-44DA-9AF9-B450E37B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DAA9A791-80C2-49A8-A1D0-E9098944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B2DAB5EE-D1A4-4109-AADC-1C8FFBA8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EF90C2A7-3B0F-49B3-BEAF-6CB4D7ED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43C83E13-14DC-478D-8385-368A7F0A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FF0D8A55-80C3-40E8-A5AA-0F35CED2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76D627F7-652E-4371-92AD-A4ACA90C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1E75CE37-0844-4DD2-A307-CFF739CA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6203BD8D-6B73-4DF4-B34E-AC3C0E29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1400D142-D6FF-4525-95C4-46593A01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F6208036-B47A-4538-B9AE-FFC5D89E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874C6323-3D3B-43A6-93E7-0008E850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8C3C62E6-DA0D-459F-8FDA-F31B4A3E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D45A10F4-EC7B-47D9-8069-0A42AFAF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ACD5C82E-DD8B-4F9D-B13C-F86F7182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BED1C140-F22A-4BB6-88E0-4BAD85FF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3392D809-43B1-4EFB-8089-1C30796D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F8C25C34-A1C8-424B-8223-F497CCAA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6080DE67-F627-4102-B18F-5AE2C276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81E0E5D1-D22A-4250-A25D-F03BC9C6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C37518BF-5193-4316-B3A9-5F8BC23E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B5A46EA1-E3AE-4908-8C7D-F7BC5BA2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06D8D941-B88C-42A5-B24F-76F1463F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C5D55060-E8B6-4119-9BC3-EC947966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x">
            <a:extLst xmlns:a="http://schemas.openxmlformats.org/drawingml/2006/main">
              <a:ext uri="{FF2B5EF4-FFF2-40B4-BE49-F238E27FC236}">
                <a16:creationId xmlns:a16="http://schemas.microsoft.com/office/drawing/2014/main" id="{E5B7BD75-00B4-49EF-AFAF-EFC2F35E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rome-section">
            <a:extLst xmlns:a="http://schemas.openxmlformats.org/drawingml/2006/main">
              <a:ext uri="{FF2B5EF4-FFF2-40B4-BE49-F238E27FC236}">
                <a16:creationId xmlns:a16="http://schemas.microsoft.com/office/drawing/2014/main" id="{0A077AF0-EA35-46E8-82E2-833054DD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68"/>
                </a:solidFill>
              </a:defRPr>
            </a:pPr>
            <a:r>
              <a:rPr sz="900" b="1">
                <a:solidFill>
                  <a:srgbClr val="5C6D68"/>
                </a:solidFill>
              </a:rPr>
              <a:t>AUDITABILITY</a:t>
            </a:r>
          </a:p>
        </p:txBody>
      </p:sp>
      <p:sp>
        <p:nvSpPr>
          <p:cNvPr id="34" name="chrome-number">
            <a:extLst xmlns:a="http://schemas.openxmlformats.org/drawingml/2006/main">
              <a:ext uri="{FF2B5EF4-FFF2-40B4-BE49-F238E27FC236}">
                <a16:creationId xmlns:a16="http://schemas.microsoft.com/office/drawing/2014/main" id="{667DA5E2-59EA-4911-9925-CB991DE0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865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D68"/>
                </a:solidFill>
              </a:defRPr>
            </a:pPr>
            <a:r>
              <a:rPr sz="1050" b="1">
                <a:solidFill>
                  <a:srgbClr val="5C6D68"/>
                </a:solidFill>
              </a:rPr>
              <a:t>13</a:t>
            </a:r>
          </a:p>
        </p:txBody>
      </p:sp>
      <p:sp>
        <p:nvSpPr>
          <p:cNvPr id="35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0C023330-E85E-481A-B9A4-72C46EB8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EVIDENCE / GUARDRAILS</a:t>
            </a:r>
          </a:p>
        </p:txBody>
      </p:sp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D71FFE-F125-4AAC-92E7-0BB3722E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522"/>
                </a:solidFill>
              </a:defRPr>
            </a:pPr>
            <a:r>
              <a:rPr sz="3000" b="1">
                <a:solidFill>
                  <a:srgbClr val="182522"/>
                </a:solidFill>
              </a:rPr>
              <a:t>可审计，不靠一句“我们会保证”</a:t>
            </a:r>
          </a:p>
        </p:txBody>
      </p:sp>
      <p:sp>
        <p:nvSpPr>
          <p:cNvPr id="3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D83704A-2F14-42DC-B379-3910A45C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D68"/>
                </a:solidFill>
              </a:defRPr>
            </a:pPr>
            <a:r>
              <a:rPr sz="1425" b="0">
                <a:solidFill>
                  <a:srgbClr val="5C6D68"/>
                </a:solidFill>
              </a:rPr>
              <a:t>蓝色为已完成设计；橙色为复赛前计划验证。两类内容不混作已运行事实。</a:t>
            </a:r>
          </a:p>
        </p:txBody>
      </p:sp>
      <p:sp>
        <p:nvSpPr>
          <p:cNvPr id="38" name="box">
            <a:extLst xmlns:a="http://schemas.openxmlformats.org/drawingml/2006/main">
              <a:ext uri="{FF2B5EF4-FFF2-40B4-BE49-F238E27FC236}">
                <a16:creationId xmlns:a16="http://schemas.microsoft.com/office/drawing/2014/main" id="{43592E80-AC67-45E0-B1C2-2D7A1ADD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2387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39" name="audit-text-title">
            <a:extLst xmlns:a="http://schemas.openxmlformats.org/drawingml/2006/main">
              <a:ext uri="{FF2B5EF4-FFF2-40B4-BE49-F238E27FC236}">
                <a16:creationId xmlns:a16="http://schemas.microsoft.com/office/drawing/2014/main" id="{EED1349D-E33D-4FCF-BDFC-8D436FA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522"/>
                </a:solidFill>
              </a:defRPr>
            </a:pPr>
            <a:r>
              <a:rPr sz="1800" b="1">
                <a:solidFill>
                  <a:srgbClr val="182522"/>
                </a:solidFill>
              </a:rPr>
              <a:t>运行证据</a:t>
            </a:r>
          </a:p>
        </p:txBody>
      </p:sp>
      <p:sp>
        <p:nvSpPr>
          <p:cNvPr id="40" name="audit-text-done">
            <a:extLst xmlns:a="http://schemas.openxmlformats.org/drawingml/2006/main">
              <a:ext uri="{FF2B5EF4-FFF2-40B4-BE49-F238E27FC236}">
                <a16:creationId xmlns:a16="http://schemas.microsoft.com/office/drawing/2014/main" id="{FAB72A43-C1F1-482A-86F0-45309F21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76D1"/>
                </a:solidFill>
              </a:defRPr>
            </a:pPr>
            <a:r>
              <a:rPr sz="975" b="0">
                <a:solidFill>
                  <a:srgbClr val="1576D1"/>
                </a:solidFill>
              </a:rPr>
              <a:t>已完成设计 · structured context</a:t>
            </a:r>
          </a:p>
          <a:p xmlns:a="http://schemas.openxmlformats.org/drawingml/2006/main">
            <a:pPr algn="l">
              <a:defRPr sz="975" b="0">
                <a:solidFill>
                  <a:srgbClr val="1576D1"/>
                </a:solidFill>
              </a:defRPr>
            </a:pPr>
            <a:r>
              <a:rPr sz="975" b="0">
                <a:solidFill>
                  <a:srgbClr val="1576D1"/>
                </a:solidFill>
              </a:rPr>
              <a:t>已完成设计 · Agent event flow</a:t>
            </a:r>
          </a:p>
          <a:p xmlns:a="http://schemas.openxmlformats.org/drawingml/2006/main">
            <a:pPr algn="l">
              <a:defRPr sz="975" b="0">
                <a:solidFill>
                  <a:srgbClr val="1576D1"/>
                </a:solidFill>
              </a:defRPr>
            </a:pPr>
            <a:r>
              <a:rPr sz="975" b="0">
                <a:solidFill>
                  <a:srgbClr val="1576D1"/>
                </a:solidFill>
              </a:rPr>
              <a:t>已完成设计 · final candidates</a:t>
            </a:r>
          </a:p>
        </p:txBody>
      </p:sp>
      <p:sp>
        <p:nvSpPr>
          <p:cNvPr id="41" name="audit-text-plan">
            <a:extLst xmlns:a="http://schemas.openxmlformats.org/drawingml/2006/main">
              <a:ext uri="{FF2B5EF4-FFF2-40B4-BE49-F238E27FC236}">
                <a16:creationId xmlns:a16="http://schemas.microsoft.com/office/drawing/2014/main" id="{AE12B8F7-CDB9-43D8-A51B-D90A1B25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337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C42"/>
                </a:solidFill>
              </a:defRPr>
            </a:pPr>
            <a:r>
              <a:rPr sz="975" b="1">
                <a:solidFill>
                  <a:srgbClr val="F59C42"/>
                </a:solidFill>
              </a:rPr>
              <a:t>计划验证 · input screenshot 的脱敏记录</a:t>
            </a:r>
          </a:p>
        </p:txBody>
      </p:sp>
      <p:sp>
        <p:nvSpPr>
          <p:cNvPr id="42" name="box">
            <a:extLst xmlns:a="http://schemas.openxmlformats.org/drawingml/2006/main">
              <a:ext uri="{FF2B5EF4-FFF2-40B4-BE49-F238E27FC236}">
                <a16:creationId xmlns:a16="http://schemas.microsoft.com/office/drawing/2014/main" id="{3C99AC07-3C50-4157-ABFC-464880C3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52387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E8FBF4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43" name="audit-text-title">
            <a:extLst xmlns:a="http://schemas.openxmlformats.org/drawingml/2006/main">
              <a:ext uri="{FF2B5EF4-FFF2-40B4-BE49-F238E27FC236}">
                <a16:creationId xmlns:a16="http://schemas.microsoft.com/office/drawing/2014/main" id="{9D6DC36F-DD11-4FB6-A929-68FC00CD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522"/>
                </a:solidFill>
              </a:defRPr>
            </a:pPr>
            <a:r>
              <a:rPr sz="1800" b="1">
                <a:solidFill>
                  <a:srgbClr val="182522"/>
                </a:solidFill>
              </a:rPr>
              <a:t>可观测性</a:t>
            </a:r>
          </a:p>
        </p:txBody>
      </p:sp>
      <p:sp>
        <p:nvSpPr>
          <p:cNvPr id="44" name="audit-text-done">
            <a:extLst xmlns:a="http://schemas.openxmlformats.org/drawingml/2006/main">
              <a:ext uri="{FF2B5EF4-FFF2-40B4-BE49-F238E27FC236}">
                <a16:creationId xmlns:a16="http://schemas.microsoft.com/office/drawing/2014/main" id="{3100E610-314D-4EF4-9331-C5FB269E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337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76D1"/>
                </a:solidFill>
              </a:defRPr>
            </a:pPr>
            <a:r>
              <a:rPr sz="975" b="0">
                <a:solidFill>
                  <a:srgbClr val="1576D1"/>
                </a:solidFill>
              </a:rPr>
              <a:t>已完成设计 · 事件字段与状态机边界</a:t>
            </a:r>
          </a:p>
        </p:txBody>
      </p:sp>
      <p:sp>
        <p:nvSpPr>
          <p:cNvPr id="45" name="audit-text-plan">
            <a:extLst xmlns:a="http://schemas.openxmlformats.org/drawingml/2006/main">
              <a:ext uri="{FF2B5EF4-FFF2-40B4-BE49-F238E27FC236}">
                <a16:creationId xmlns:a16="http://schemas.microsoft.com/office/drawing/2014/main" id="{3AA88C88-C7C5-464F-8BF4-7BF6496D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337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C42"/>
                </a:solidFill>
              </a:defRPr>
            </a:pPr>
            <a:r>
              <a:rPr sz="975" b="1">
                <a:solidFill>
                  <a:srgbClr val="F59C42"/>
                </a:solidFill>
              </a:rPr>
              <a:t>计划验证 · run ID · agent ID</a:t>
            </a:r>
          </a:p>
          <a:p xmlns:a="http://schemas.openxmlformats.org/drawingml/2006/main">
            <a:pPr algn="l">
              <a:defRPr sz="975" b="1">
                <a:solidFill>
                  <a:srgbClr val="F59C42"/>
                </a:solidFill>
              </a:defRPr>
            </a:pPr>
            <a:r>
              <a:rPr sz="975" b="1">
                <a:solidFill>
                  <a:srgbClr val="F59C42"/>
                </a:solidFill>
              </a:rPr>
              <a:t>计划验证 · skill version · status · latency</a:t>
            </a:r>
          </a:p>
        </p:txBody>
      </p:sp>
      <p:sp>
        <p:nvSpPr>
          <p:cNvPr id="46" name="box">
            <a:extLst xmlns:a="http://schemas.openxmlformats.org/drawingml/2006/main">
              <a:ext uri="{FF2B5EF4-FFF2-40B4-BE49-F238E27FC236}">
                <a16:creationId xmlns:a16="http://schemas.microsoft.com/office/drawing/2014/main" id="{B60DA066-57D5-476D-99DB-46B6B7EC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52387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7EB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47" name="audit-text-title">
            <a:extLst xmlns:a="http://schemas.openxmlformats.org/drawingml/2006/main">
              <a:ext uri="{FF2B5EF4-FFF2-40B4-BE49-F238E27FC236}">
                <a16:creationId xmlns:a16="http://schemas.microsoft.com/office/drawing/2014/main" id="{C527A0C8-1B7F-4460-95A2-AE204F87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522"/>
                </a:solidFill>
              </a:defRPr>
            </a:pPr>
            <a:r>
              <a:rPr sz="1800" b="1">
                <a:solidFill>
                  <a:srgbClr val="182522"/>
                </a:solidFill>
              </a:rPr>
              <a:t>可恢复性</a:t>
            </a:r>
          </a:p>
        </p:txBody>
      </p:sp>
      <p:sp>
        <p:nvSpPr>
          <p:cNvPr id="48" name="audit-text-done">
            <a:extLst xmlns:a="http://schemas.openxmlformats.org/drawingml/2006/main">
              <a:ext uri="{FF2B5EF4-FFF2-40B4-BE49-F238E27FC236}">
                <a16:creationId xmlns:a16="http://schemas.microsoft.com/office/drawing/2014/main" id="{D428662B-964B-4C8C-A3FA-EEC56E06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76D1"/>
                </a:solidFill>
              </a:defRPr>
            </a:pPr>
            <a:r>
              <a:rPr sz="975" b="0">
                <a:solidFill>
                  <a:srgbClr val="1576D1"/>
                </a:solidFill>
              </a:rPr>
              <a:t>已完成设计 · OCR correction</a:t>
            </a:r>
          </a:p>
          <a:p xmlns:a="http://schemas.openxmlformats.org/drawingml/2006/main">
            <a:pPr algn="l">
              <a:defRPr sz="975" b="0">
                <a:solidFill>
                  <a:srgbClr val="1576D1"/>
                </a:solidFill>
              </a:defRPr>
            </a:pPr>
            <a:r>
              <a:rPr sz="975" b="0">
                <a:solidFill>
                  <a:srgbClr val="1576D1"/>
                </a:solidFill>
              </a:rPr>
              <a:t>已完成设计 · Reviewer rejection</a:t>
            </a:r>
          </a:p>
        </p:txBody>
      </p:sp>
      <p:sp>
        <p:nvSpPr>
          <p:cNvPr id="49" name="audit-text-plan">
            <a:extLst xmlns:a="http://schemas.openxmlformats.org/drawingml/2006/main">
              <a:ext uri="{FF2B5EF4-FFF2-40B4-BE49-F238E27FC236}">
                <a16:creationId xmlns:a16="http://schemas.microsoft.com/office/drawing/2014/main" id="{7B74736E-16C4-4A95-AEE9-DCCDAEF4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435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C42"/>
                </a:solidFill>
              </a:defRPr>
            </a:pPr>
            <a:r>
              <a:rPr sz="975" b="1">
                <a:solidFill>
                  <a:srgbClr val="F59C42"/>
                </a:solidFill>
              </a:rPr>
              <a:t>计划验证 · timeout degradation</a:t>
            </a:r>
          </a:p>
          <a:p xmlns:a="http://schemas.openxmlformats.org/drawingml/2006/main">
            <a:pPr algn="l">
              <a:defRPr sz="975" b="1">
                <a:solidFill>
                  <a:srgbClr val="F59C42"/>
                </a:solidFill>
              </a:defRPr>
            </a:pPr>
            <a:r>
              <a:rPr sz="975" b="1">
                <a:solidFill>
                  <a:srgbClr val="F59C42"/>
                </a:solidFill>
              </a:rPr>
              <a:t>计划验证 · retry boundary</a:t>
            </a:r>
          </a:p>
        </p:txBody>
      </p:sp>
      <p:sp>
        <p:nvSpPr>
          <p:cNvPr id="50" name="box">
            <a:extLst xmlns:a="http://schemas.openxmlformats.org/drawingml/2006/main">
              <a:ext uri="{FF2B5EF4-FFF2-40B4-BE49-F238E27FC236}">
                <a16:creationId xmlns:a16="http://schemas.microsoft.com/office/drawing/2014/main" id="{F0813500-8548-4805-B528-4E1E63C7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91000"/>
            <a:ext cx="52387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51" name="audit-text-title">
            <a:extLst xmlns:a="http://schemas.openxmlformats.org/drawingml/2006/main">
              <a:ext uri="{FF2B5EF4-FFF2-40B4-BE49-F238E27FC236}">
                <a16:creationId xmlns:a16="http://schemas.microsoft.com/office/drawing/2014/main" id="{D3D97AD0-7F38-42CB-B4AF-C529B145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62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522"/>
                </a:solidFill>
              </a:defRPr>
            </a:pPr>
            <a:r>
              <a:rPr sz="1800" b="1">
                <a:solidFill>
                  <a:srgbClr val="182522"/>
                </a:solidFill>
              </a:rPr>
              <a:t>安全边界</a:t>
            </a:r>
          </a:p>
        </p:txBody>
      </p:sp>
      <p:sp>
        <p:nvSpPr>
          <p:cNvPr id="52" name="audit-text-done">
            <a:extLst xmlns:a="http://schemas.openxmlformats.org/drawingml/2006/main">
              <a:ext uri="{FF2B5EF4-FFF2-40B4-BE49-F238E27FC236}">
                <a16:creationId xmlns:a16="http://schemas.microsoft.com/office/drawing/2014/main" id="{5FA54111-D7B8-4F2C-8D4E-82FE286B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434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76D1"/>
                </a:solidFill>
              </a:defRPr>
            </a:pPr>
            <a:r>
              <a:rPr sz="975" b="0">
                <a:solidFill>
                  <a:srgbClr val="1576D1"/>
                </a:solidFill>
              </a:rPr>
              <a:t>已完成设计 · local OCR · minimum context</a:t>
            </a:r>
          </a:p>
          <a:p xmlns:a="http://schemas.openxmlformats.org/drawingml/2006/main">
            <a:pPr algn="l">
              <a:defRPr sz="975" b="0">
                <a:solidFill>
                  <a:srgbClr val="1576D1"/>
                </a:solidFill>
              </a:defRPr>
            </a:pPr>
            <a:r>
              <a:rPr sz="975" b="0">
                <a:solidFill>
                  <a:srgbClr val="1576D1"/>
                </a:solidFill>
              </a:rPr>
              <a:t>已完成设计 · sensitive-field filtering</a:t>
            </a:r>
          </a:p>
          <a:p xmlns:a="http://schemas.openxmlformats.org/drawingml/2006/main">
            <a:pPr algn="l">
              <a:defRPr sz="975" b="0">
                <a:solidFill>
                  <a:srgbClr val="1576D1"/>
                </a:solidFill>
              </a:defRPr>
            </a:pPr>
            <a:r>
              <a:rPr sz="975" b="0">
                <a:solidFill>
                  <a:srgbClr val="1576D1"/>
                </a:solidFill>
              </a:rPr>
              <a:t>已完成设计 · no DB read · no injection · no auto-send</a:t>
            </a:r>
          </a:p>
        </p:txBody>
      </p:sp>
      <p:sp>
        <p:nvSpPr>
          <p:cNvPr id="53" name="audit-text-plan">
            <a:extLst xmlns:a="http://schemas.openxmlformats.org/drawingml/2006/main">
              <a:ext uri="{FF2B5EF4-FFF2-40B4-BE49-F238E27FC236}">
                <a16:creationId xmlns:a16="http://schemas.microsoft.com/office/drawing/2014/main" id="{47C030A4-C6D6-4153-BFBB-1F7D6442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435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C42"/>
                </a:solidFill>
              </a:defRPr>
            </a:pPr>
            <a:r>
              <a:rPr sz="975" b="1">
                <a:solidFill>
                  <a:srgbClr val="F59C42"/>
                </a:solidFill>
              </a:rPr>
              <a:t>计划验证 · 敏感字段过滤的回归测试</a:t>
            </a:r>
          </a:p>
        </p:txBody>
      </p:sp>
      <p:sp>
        <p:nvSpPr>
          <p:cNvPr id="54" name="audit-status-legend">
            <a:extLst xmlns:a="http://schemas.openxmlformats.org/drawingml/2006/main">
              <a:ext uri="{FF2B5EF4-FFF2-40B4-BE49-F238E27FC236}">
                <a16:creationId xmlns:a16="http://schemas.microsoft.com/office/drawing/2014/main" id="{D87D3A02-3330-4291-9FDC-3DF55833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150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D68"/>
                </a:solidFill>
              </a:defRPr>
            </a:pPr>
            <a:r>
              <a:rPr sz="975" b="0">
                <a:solidFill>
                  <a:srgbClr val="5C6D68"/>
                </a:solidFill>
              </a:rPr>
              <a:t>标注原则：已完成设计 = 已产出合同、流程或边界工件；计划验证 = 需以真实 run 记录与回归测试证明。</a:t>
            </a:r>
          </a:p>
        </p:txBody>
      </p:sp>
    </p:spTree>
    <p:extLst>
      <p:ext uri="{BB962C8B-B14F-4D97-AF65-F5344CB8AC3E}">
        <p14:creationId xmlns:p14="http://schemas.microsoft.com/office/powerpoint/2010/main" val="13679978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2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box">
            <a:extLst xmlns:a="http://schemas.openxmlformats.org/drawingml/2006/main">
              <a:ext uri="{FF2B5EF4-FFF2-40B4-BE49-F238E27FC236}">
                <a16:creationId xmlns:a16="http://schemas.microsoft.com/office/drawing/2014/main" id="{2BA7BF3C-48B7-456E-8239-1242E265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2E901DD5-328C-441B-9FFF-C66EBF96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C41F29EF-66DB-4A04-8CB9-3D4CFAE1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7CF5CB79-7B5F-44DD-9BC6-A3952A87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C2E4DD70-510D-415B-839A-E2B113B4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2BE0F933-C71F-4BB8-B45B-1A64816B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E7D6EE4D-84C9-4492-9EA8-1D0676BE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0A0C78CB-8143-433E-82CA-EC3FF7EB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46EF04B0-32A4-47DD-88A4-1FAF5047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E36CDC90-C841-4FA4-99E9-6D78C9AD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7015050F-414B-4D00-BD3A-2C174DC3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E73D9676-E1AF-4550-B9DF-590A00D3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990E2D6C-0F90-4397-85D6-073E3127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41707405-9A88-4C92-85F5-8685B425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86E3D61E-82C3-497D-8CB7-9333FFAE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2745D85C-DD10-4EEC-9E91-00F8CF64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431B5853-BC2E-4876-B437-A5B10296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1F7B7691-1A92-46A0-B10C-F61E5227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B603CAA5-BE0D-4FBC-806A-5377DB26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B91976B1-0C29-414E-A81C-672D0407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AB6E794F-9A7A-4239-88BB-35E47BBE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0A247EF6-586D-4BAF-9E1C-2247200E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F2087020-9950-4DB7-8803-D447B0D8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D56001B6-954F-455B-AD7F-3BA7FEF2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C5734CDD-42A7-402F-B331-F0FD7345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04425A4C-1D15-4DF1-A913-28AC8228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1CB51C16-0A3A-4A9C-9D44-E7108937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8CF3EFCD-E6F9-4D82-B393-0424D4E9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8F244655-4FB8-4717-BBBD-72088ED7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A5E81048-F691-42BA-995A-289C7C94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8AF65059-4B40-4128-99CE-1F49D35E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ction-chapter">
            <a:extLst xmlns:a="http://schemas.openxmlformats.org/drawingml/2006/main">
              <a:ext uri="{FF2B5EF4-FFF2-40B4-BE49-F238E27FC236}">
                <a16:creationId xmlns:a16="http://schemas.microsoft.com/office/drawing/2014/main" id="{6D02AA63-FBD4-4FCB-80CF-037E5CA8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D7B6"/>
                </a:solidFill>
              </a:defRPr>
            </a:pPr>
            <a:r>
              <a:rPr sz="1050" b="1">
                <a:solidFill>
                  <a:srgbClr val="55D7B6"/>
                </a:solidFill>
              </a:rPr>
              <a:t>CHAPTER 06</a:t>
            </a:r>
          </a:p>
        </p:txBody>
      </p:sp>
      <p:sp>
        <p:nvSpPr>
          <p:cNvPr id="3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B65279E2-1558-4FE7-BD41-60B9C808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开放 / 开源计划</a:t>
            </a:r>
          </a:p>
        </p:txBody>
      </p:sp>
      <p:sp>
        <p:nvSpPr>
          <p:cNvPr id="34" name="section-promise">
            <a:extLst xmlns:a="http://schemas.openxmlformats.org/drawingml/2006/main">
              <a:ext uri="{FF2B5EF4-FFF2-40B4-BE49-F238E27FC236}">
                <a16:creationId xmlns:a16="http://schemas.microsoft.com/office/drawing/2014/main" id="{CB040EEF-42C2-42AD-A35D-63E30C98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BD1C8"/>
                </a:solidFill>
              </a:defRPr>
            </a:pPr>
            <a:r>
              <a:rPr sz="1875" b="0">
                <a:solidFill>
                  <a:srgbClr val="BBD1C8"/>
                </a:solidFill>
              </a:rPr>
              <a:t>复用清晰的合同与模板，依赖、代码与名称边界保持独立</a:t>
            </a:r>
          </a:p>
        </p:txBody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3D3389B5-BC15-442E-815E-5FE341C1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62000"/>
            <a:ext cx="1581150" cy="1581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ection-score">
            <a:extLst xmlns:a="http://schemas.openxmlformats.org/drawingml/2006/main">
              <a:ext uri="{FF2B5EF4-FFF2-40B4-BE49-F238E27FC236}">
                <a16:creationId xmlns:a16="http://schemas.microsoft.com/office/drawing/2014/main" id="{B7D53C13-3DDB-496A-8EF3-37B9A3A6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162050"/>
            <a:ext cx="135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D2420"/>
                </a:solidFill>
              </a:defRPr>
            </a:pPr>
            <a:r>
              <a:rPr sz="3150" b="1">
                <a:solidFill>
                  <a:srgbClr val="0D2420"/>
                </a:solidFill>
              </a:rPr>
              <a:t>5%</a:t>
            </a:r>
          </a:p>
        </p:txBody>
      </p:sp>
      <p:sp>
        <p:nvSpPr>
          <p:cNvPr id="37" name="section-score-label">
            <a:extLst xmlns:a="http://schemas.openxmlformats.org/drawingml/2006/main">
              <a:ext uri="{FF2B5EF4-FFF2-40B4-BE49-F238E27FC236}">
                <a16:creationId xmlns:a16="http://schemas.microsoft.com/office/drawing/2014/main" id="{3C81B98E-A20B-4704-9463-6C6BF81E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24025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D2420"/>
                </a:solidFill>
              </a:defRPr>
            </a:pPr>
            <a:r>
              <a:rPr sz="825" b="1">
                <a:solidFill>
                  <a:srgbClr val="0D2420"/>
                </a:solidFill>
              </a:rPr>
              <a:t>EVALUATION</a:t>
            </a:r>
          </a:p>
          <a:p xmlns:a="http://schemas.openxmlformats.org/drawingml/2006/main">
            <a:pPr algn="ctr">
              <a:defRPr sz="825" b="1">
                <a:solidFill>
                  <a:srgbClr val="0D2420"/>
                </a:solidFill>
              </a:defRPr>
            </a:pPr>
            <a:r>
              <a:rPr sz="825" b="1">
                <a:solidFill>
                  <a:srgbClr val="0D2420"/>
                </a:solidFill>
              </a:rPr>
              <a:t>WEIGHT</a:t>
            </a:r>
          </a:p>
        </p:txBody>
      </p:sp>
      <p:sp>
        <p:nvSpPr>
          <p:cNvPr id="38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70C530AE-E9EE-44EF-B792-26AE6A22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53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BD1C8"/>
                </a:solidFill>
              </a:defRPr>
            </a:pPr>
            <a:r>
              <a:rPr sz="1050" b="1">
                <a:solidFill>
                  <a:srgbClr val="BBD1C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778255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box">
            <a:extLst xmlns:a="http://schemas.openxmlformats.org/drawingml/2006/main">
              <a:ext uri="{FF2B5EF4-FFF2-40B4-BE49-F238E27FC236}">
                <a16:creationId xmlns:a16="http://schemas.microsoft.com/office/drawing/2014/main" id="{26B4687E-BD61-49E7-A633-D38CDDAC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0D0F6F77-0182-4A07-94E8-33751EE0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C05E41AB-E8F8-40C0-8BF7-F4CA57DA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211F8529-844C-4248-9C81-4C30C410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133F7B09-81A7-4A68-ACC7-E4116BE5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0DE24C13-70FE-4CF9-8FA2-E3BF751F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0B70F47A-8E2E-4530-B1CD-E4AEDD5E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F9D0113C-9888-41EC-87E0-320CC0EF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41100528-234B-4C88-9D5D-3E5F42DA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D5230092-DB8A-4973-935D-EBE23235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2715BBDF-4640-45B9-875A-44AA64D6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4AEA8D78-E012-427E-ADB8-0E26C136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8EFF4076-F9B9-43B1-A8A9-69FE57AE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9D2385A2-429A-47D0-B0D0-2C8F4A51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1BB40E7E-15E5-4E45-9F05-F3388E31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23E49D24-F301-4067-A0ED-14FDCC50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18BF5AC2-3AF2-43A4-975C-CB87D84C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7988BF51-FE65-496D-968D-DB660758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AF494213-3B40-4C92-967D-EDFBAC1D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48EBC346-7D1F-4578-945F-070B946F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1CB10269-4509-46ED-9411-DD31DE46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9E9582FA-B16D-418E-BF25-77F44F6C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99536726-0197-48DE-BD51-3B5C23C1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208D5F58-E20E-4DE7-ACD0-9E9EB041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AE0AB511-9C68-483A-BFB2-25C9BA02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32A9F82D-B183-45BB-AADA-8ECBFBBA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0D4821D9-DF4F-443E-8FA5-6C42F23A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015F1CB6-DCF0-4566-9F4E-8B3B24D6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5E867816-5E12-467D-A075-0264BEA0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314C5C8D-3C78-44EB-B088-6878DD79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DCA6A1E6-AAFC-4CD6-BD59-B86F824D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x">
            <a:extLst xmlns:a="http://schemas.openxmlformats.org/drawingml/2006/main">
              <a:ext uri="{FF2B5EF4-FFF2-40B4-BE49-F238E27FC236}">
                <a16:creationId xmlns:a16="http://schemas.microsoft.com/office/drawing/2014/main" id="{691D8EA0-0355-4578-8C23-36D7EAF6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rome-section">
            <a:extLst xmlns:a="http://schemas.openxmlformats.org/drawingml/2006/main">
              <a:ext uri="{FF2B5EF4-FFF2-40B4-BE49-F238E27FC236}">
                <a16:creationId xmlns:a16="http://schemas.microsoft.com/office/drawing/2014/main" id="{178641D9-2391-4179-ABF0-058E8B84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68"/>
                </a:solidFill>
              </a:defRPr>
            </a:pPr>
            <a:r>
              <a:rPr sz="900" b="1">
                <a:solidFill>
                  <a:srgbClr val="5C6D68"/>
                </a:solidFill>
              </a:rPr>
              <a:t>OPEN SOURCE</a:t>
            </a:r>
          </a:p>
        </p:txBody>
      </p:sp>
      <p:sp>
        <p:nvSpPr>
          <p:cNvPr id="34" name="chrome-number">
            <a:extLst xmlns:a="http://schemas.openxmlformats.org/drawingml/2006/main">
              <a:ext uri="{FF2B5EF4-FFF2-40B4-BE49-F238E27FC236}">
                <a16:creationId xmlns:a16="http://schemas.microsoft.com/office/drawing/2014/main" id="{D4A71D19-18F1-4CE9-A755-775E1441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865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D68"/>
                </a:solidFill>
              </a:defRPr>
            </a:pPr>
            <a:r>
              <a:rPr sz="1050" b="1">
                <a:solidFill>
                  <a:srgbClr val="5C6D68"/>
                </a:solidFill>
              </a:rPr>
              <a:t>15</a:t>
            </a:r>
          </a:p>
        </p:txBody>
      </p:sp>
      <p:sp>
        <p:nvSpPr>
          <p:cNvPr id="35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6F2ECE88-1D6C-41F3-A23F-8EDBD4FA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LICENSE BOUNDARY</a:t>
            </a:r>
          </a:p>
        </p:txBody>
      </p:sp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77992A-8336-4A5F-AB93-D61F9B39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522"/>
                </a:solidFill>
              </a:defRPr>
            </a:pPr>
            <a:r>
              <a:rPr sz="3000" b="1">
                <a:solidFill>
                  <a:srgbClr val="182522"/>
                </a:solidFill>
              </a:rPr>
              <a:t>许可证、依赖与命名边界必须清楚</a:t>
            </a:r>
          </a:p>
        </p:txBody>
      </p:sp>
      <p:sp>
        <p:nvSpPr>
          <p:cNvPr id="3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FFDFA24-BB1E-4192-A0DF-4125BA64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D68"/>
                </a:solidFill>
              </a:defRPr>
            </a:pPr>
            <a:r>
              <a:rPr sz="1425" b="0">
                <a:solidFill>
                  <a:srgbClr val="5C6D68"/>
                </a:solidFill>
              </a:rPr>
              <a:t>OpenSiri 不重许可 Easydict，也不拥有 AgentTeams；可复用层将在发布前确认其许可范围。</a:t>
            </a:r>
          </a:p>
        </p:txBody>
      </p:sp>
      <p:sp>
        <p:nvSpPr>
          <p:cNvPr id="38" name="box">
            <a:extLst xmlns:a="http://schemas.openxmlformats.org/drawingml/2006/main">
              <a:ext uri="{FF2B5EF4-FFF2-40B4-BE49-F238E27FC236}">
                <a16:creationId xmlns:a16="http://schemas.microsoft.com/office/drawing/2014/main" id="{13AD829D-FE86-4377-8BAC-63BB9A77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4290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8FBF4"/>
          </a:solidFill>
          <a:ln xmlns:a="http://schemas.openxmlformats.org/drawingml/2006/main" w="14288">
            <a:solidFill>
              <a:srgbClr val="55D7B6"/>
            </a:solidFill>
            <a:prstDash val="solid"/>
          </a:ln>
        </p:spPr>
      </p:sp>
      <p:sp>
        <p:nvSpPr>
          <p:cNvPr id="39" name="license-zone-eyebrow-1">
            <a:extLst xmlns:a="http://schemas.openxmlformats.org/drawingml/2006/main">
              <a:ext uri="{FF2B5EF4-FFF2-40B4-BE49-F238E27FC236}">
                <a16:creationId xmlns:a16="http://schemas.microsoft.com/office/drawing/2014/main" id="{935DAC04-82AB-438C-A21A-E4E2B021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DERIVED CLIENT</a:t>
            </a:r>
          </a:p>
        </p:txBody>
      </p:sp>
      <p:sp>
        <p:nvSpPr>
          <p:cNvPr id="40" name="license-zone-title-1">
            <a:extLst xmlns:a="http://schemas.openxmlformats.org/drawingml/2006/main">
              <a:ext uri="{FF2B5EF4-FFF2-40B4-BE49-F238E27FC236}">
                <a16:creationId xmlns:a16="http://schemas.microsoft.com/office/drawing/2014/main" id="{D3A6D8D2-8FE1-40F1-B1C2-5ABE4CAD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522"/>
                </a:solidFill>
              </a:defRPr>
            </a:pPr>
            <a:r>
              <a:rPr sz="1575" b="1">
                <a:solidFill>
                  <a:srgbClr val="182522"/>
                </a:solidFill>
              </a:rPr>
              <a:t>Easydict-derived</a:t>
            </a:r>
          </a:p>
          <a:p xmlns:a="http://schemas.openxmlformats.org/drawingml/2006/main">
            <a:pPr algn="l">
              <a:defRPr sz="1575" b="1">
                <a:solidFill>
                  <a:srgbClr val="182522"/>
                </a:solidFill>
              </a:defRPr>
            </a:pPr>
            <a:r>
              <a:rPr sz="1575" b="1">
                <a:solidFill>
                  <a:srgbClr val="182522"/>
                </a:solidFill>
              </a:rPr>
              <a:t>OpenSiri client</a:t>
            </a:r>
          </a:p>
        </p:txBody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7D32506D-11BB-4DE5-BDB0-F06EB0E6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license-zone-license-1">
            <a:extLst xmlns:a="http://schemas.openxmlformats.org/drawingml/2006/main">
              <a:ext uri="{FF2B5EF4-FFF2-40B4-BE49-F238E27FC236}">
                <a16:creationId xmlns:a16="http://schemas.microsoft.com/office/drawing/2014/main" id="{853FF678-615B-4550-A6B5-851FF4C0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6D1"/>
                </a:solidFill>
              </a:defRPr>
            </a:pPr>
            <a:r>
              <a:rPr sz="1275" b="1">
                <a:solidFill>
                  <a:srgbClr val="1576D1"/>
                </a:solidFill>
              </a:rPr>
              <a:t>GPL-3.0</a:t>
            </a:r>
          </a:p>
        </p:txBody>
      </p:sp>
      <p:sp>
        <p:nvSpPr>
          <p:cNvPr id="43" name="license-zone-body-1">
            <a:extLst xmlns:a="http://schemas.openxmlformats.org/drawingml/2006/main">
              <a:ext uri="{FF2B5EF4-FFF2-40B4-BE49-F238E27FC236}">
                <a16:creationId xmlns:a16="http://schemas.microsoft.com/office/drawing/2014/main" id="{208D49CC-6F56-4C2B-847F-E48871DF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D68"/>
                </a:solidFill>
              </a:defRPr>
            </a:pPr>
            <a:r>
              <a:rPr sz="1050" b="0">
                <a:solidFill>
                  <a:srgbClr val="5C6D68"/>
                </a:solidFill>
              </a:rPr>
              <a:t>衍生客户端代码按 Easydict 的许可约束处理。</a:t>
            </a:r>
          </a:p>
          <a:p xmlns:a="http://schemas.openxmlformats.org/drawingml/2006/main">
            <a:pPr algn="l">
              <a:defRPr sz="1050" b="0">
                <a:solidFill>
                  <a:srgbClr val="5C6D68"/>
                </a:solidFill>
              </a:defRPr>
            </a:pPr>
            <a:r>
              <a:rPr sz="1050" b="0">
                <a:solidFill>
                  <a:srgbClr val="5C6D68"/>
                </a:solidFill>
              </a:rPr>
              <a:t>不重许可 Easydict。</a:t>
            </a:r>
          </a:p>
        </p:txBody>
      </p:sp>
      <p:sp>
        <p:nvSpPr>
          <p:cNvPr id="44" name="box">
            <a:extLst xmlns:a="http://schemas.openxmlformats.org/drawingml/2006/main">
              <a:ext uri="{FF2B5EF4-FFF2-40B4-BE49-F238E27FC236}">
                <a16:creationId xmlns:a16="http://schemas.microsoft.com/office/drawing/2014/main" id="{8A2858C9-CC59-4AE6-B41E-10FAD24E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34290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14288">
            <a:solidFill>
              <a:srgbClr val="1576D1"/>
            </a:solidFill>
            <a:prstDash val="solid"/>
          </a:ln>
        </p:spPr>
      </p:sp>
      <p:sp>
        <p:nvSpPr>
          <p:cNvPr id="45" name="license-zone-eyebrow-2">
            <a:extLst xmlns:a="http://schemas.openxmlformats.org/drawingml/2006/main">
              <a:ext uri="{FF2B5EF4-FFF2-40B4-BE49-F238E27FC236}">
                <a16:creationId xmlns:a16="http://schemas.microsoft.com/office/drawing/2014/main" id="{26E9E414-0E39-4304-8E4D-3E3E930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908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INDEPENDENT DEPENDENCY</a:t>
            </a:r>
          </a:p>
        </p:txBody>
      </p:sp>
      <p:sp>
        <p:nvSpPr>
          <p:cNvPr id="46" name="license-zone-title-2">
            <a:extLst xmlns:a="http://schemas.openxmlformats.org/drawingml/2006/main">
              <a:ext uri="{FF2B5EF4-FFF2-40B4-BE49-F238E27FC236}">
                <a16:creationId xmlns:a16="http://schemas.microsoft.com/office/drawing/2014/main" id="{E6F28AEC-F5BC-4B10-B6C8-FE85A2B3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05125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522"/>
                </a:solidFill>
              </a:defRPr>
            </a:pPr>
            <a:r>
              <a:rPr sz="1575" b="1">
                <a:solidFill>
                  <a:srgbClr val="182522"/>
                </a:solidFill>
              </a:rPr>
              <a:t>AgentTeams independent</a:t>
            </a:r>
          </a:p>
          <a:p xmlns:a="http://schemas.openxmlformats.org/drawingml/2006/main">
            <a:pPr algn="l">
              <a:defRPr sz="1575" b="1">
                <a:solidFill>
                  <a:srgbClr val="182522"/>
                </a:solidFill>
              </a:defRPr>
            </a:pPr>
            <a:r>
              <a:rPr sz="1575" b="1">
                <a:solidFill>
                  <a:srgbClr val="182522"/>
                </a:solidFill>
              </a:rPr>
              <a:t>runtime dependency</a:t>
            </a:r>
          </a:p>
        </p:txBody>
      </p:sp>
      <p:sp>
        <p:nvSpPr>
          <p:cNvPr id="47" name="box">
            <a:extLst xmlns:a="http://schemas.openxmlformats.org/drawingml/2006/main">
              <a:ext uri="{FF2B5EF4-FFF2-40B4-BE49-F238E27FC236}">
                <a16:creationId xmlns:a16="http://schemas.microsoft.com/office/drawing/2014/main" id="{F5D7CE9D-120C-41E4-986D-CDBC9B8C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3855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license-zone-license-2">
            <a:extLst xmlns:a="http://schemas.openxmlformats.org/drawingml/2006/main">
              <a:ext uri="{FF2B5EF4-FFF2-40B4-BE49-F238E27FC236}">
                <a16:creationId xmlns:a16="http://schemas.microsoft.com/office/drawing/2014/main" id="{02E5FE0A-4854-4447-BC9F-8635A69E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0047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6D1"/>
                </a:solidFill>
              </a:defRPr>
            </a:pPr>
            <a:r>
              <a:rPr sz="1275" b="1">
                <a:solidFill>
                  <a:srgbClr val="1576D1"/>
                </a:solidFill>
              </a:rPr>
              <a:t>Apache-2.0</a:t>
            </a:r>
          </a:p>
        </p:txBody>
      </p:sp>
      <p:sp>
        <p:nvSpPr>
          <p:cNvPr id="49" name="license-zone-body-2">
            <a:extLst xmlns:a="http://schemas.openxmlformats.org/drawingml/2006/main">
              <a:ext uri="{FF2B5EF4-FFF2-40B4-BE49-F238E27FC236}">
                <a16:creationId xmlns:a16="http://schemas.microsoft.com/office/drawing/2014/main" id="{9280C5E9-DDD0-4F8A-B376-E8E4F730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81475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D68"/>
                </a:solidFill>
              </a:defRPr>
            </a:pPr>
            <a:r>
              <a:rPr sz="1050" b="0">
                <a:solidFill>
                  <a:srgbClr val="5C6D68"/>
                </a:solidFill>
              </a:rPr>
              <a:t>独立第三方运行时依赖。</a:t>
            </a:r>
          </a:p>
          <a:p xmlns:a="http://schemas.openxmlformats.org/drawingml/2006/main">
            <a:pPr algn="l">
              <a:defRPr sz="1050" b="0">
                <a:solidFill>
                  <a:srgbClr val="5C6D68"/>
                </a:solidFill>
              </a:defRPr>
            </a:pPr>
            <a:r>
              <a:rPr sz="1050" b="0">
                <a:solidFill>
                  <a:srgbClr val="5C6D68"/>
                </a:solidFill>
              </a:rPr>
              <a:t>不归 OpenSiri 所有。</a:t>
            </a:r>
          </a:p>
        </p:txBody>
      </p:sp>
      <p:sp>
        <p:nvSpPr>
          <p:cNvPr id="50" name="box">
            <a:extLst xmlns:a="http://schemas.openxmlformats.org/drawingml/2006/main">
              <a:ext uri="{FF2B5EF4-FFF2-40B4-BE49-F238E27FC236}">
                <a16:creationId xmlns:a16="http://schemas.microsoft.com/office/drawing/2014/main" id="{C93FD220-132F-42C5-A752-DDCBC808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00300"/>
            <a:ext cx="34290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0DC"/>
            </a:solidFill>
            <a:prstDash val="solid"/>
          </a:ln>
        </p:spPr>
      </p:sp>
      <p:sp>
        <p:nvSpPr>
          <p:cNvPr id="51" name="license-zone-eyebrow-3">
            <a:extLst xmlns:a="http://schemas.openxmlformats.org/drawingml/2006/main">
              <a:ext uri="{FF2B5EF4-FFF2-40B4-BE49-F238E27FC236}">
                <a16:creationId xmlns:a16="http://schemas.microsoft.com/office/drawing/2014/main" id="{C980CFF4-0AF4-48D8-AB2A-E70547BB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908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REUSABLE LAYER</a:t>
            </a:r>
          </a:p>
        </p:txBody>
      </p:sp>
      <p:sp>
        <p:nvSpPr>
          <p:cNvPr id="52" name="license-zone-title-3">
            <a:extLst xmlns:a="http://schemas.openxmlformats.org/drawingml/2006/main">
              <a:ext uri="{FF2B5EF4-FFF2-40B4-BE49-F238E27FC236}">
                <a16:creationId xmlns:a16="http://schemas.microsoft.com/office/drawing/2014/main" id="{2BBB4B2F-3322-4137-9E93-60243836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05125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522"/>
                </a:solidFill>
              </a:defRPr>
            </a:pPr>
            <a:r>
              <a:rPr sz="1575" b="1">
                <a:solidFill>
                  <a:srgbClr val="182522"/>
                </a:solidFill>
              </a:rPr>
              <a:t>OpenSiri reusable layer</a:t>
            </a:r>
          </a:p>
        </p:txBody>
      </p:sp>
      <p:sp>
        <p:nvSpPr>
          <p:cNvPr id="53" name="box">
            <a:extLst xmlns:a="http://schemas.openxmlformats.org/drawingml/2006/main">
              <a:ext uri="{FF2B5EF4-FFF2-40B4-BE49-F238E27FC236}">
                <a16:creationId xmlns:a16="http://schemas.microsoft.com/office/drawing/2014/main" id="{E935A4A8-619B-4D55-B611-91E37AB7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3855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license-zone-license-3">
            <a:extLst xmlns:a="http://schemas.openxmlformats.org/drawingml/2006/main">
              <a:ext uri="{FF2B5EF4-FFF2-40B4-BE49-F238E27FC236}">
                <a16:creationId xmlns:a16="http://schemas.microsoft.com/office/drawing/2014/main" id="{957F2136-704A-48B3-AE06-F0534FA8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0047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C42"/>
                </a:solidFill>
              </a:defRPr>
            </a:pPr>
            <a:r>
              <a:rPr sz="1275" b="1">
                <a:solidFill>
                  <a:srgbClr val="F59C42"/>
                </a:solidFill>
              </a:rPr>
              <a:t>计划确认许可</a:t>
            </a:r>
          </a:p>
        </p:txBody>
      </p:sp>
      <p:sp>
        <p:nvSpPr>
          <p:cNvPr id="55" name="license-zone-body-3">
            <a:extLst xmlns:a="http://schemas.openxmlformats.org/drawingml/2006/main">
              <a:ext uri="{FF2B5EF4-FFF2-40B4-BE49-F238E27FC236}">
                <a16:creationId xmlns:a16="http://schemas.microsoft.com/office/drawing/2014/main" id="{13FB97D8-9A7E-4622-B6D3-45FBF0BE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81475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D68"/>
                </a:solidFill>
              </a:defRPr>
            </a:pPr>
            <a:r>
              <a:rPr sz="1050" b="0">
                <a:solidFill>
                  <a:srgbClr val="5C6D68"/>
                </a:solidFill>
              </a:rPr>
              <a:t>Skill schemas · Agent role templates</a:t>
            </a:r>
          </a:p>
          <a:p xmlns:a="http://schemas.openxmlformats.org/drawingml/2006/main">
            <a:pPr algn="l">
              <a:defRPr sz="1050" b="0">
                <a:solidFill>
                  <a:srgbClr val="5C6D68"/>
                </a:solidFill>
              </a:defRPr>
            </a:pPr>
            <a:r>
              <a:rPr sz="1050" b="0">
                <a:solidFill>
                  <a:srgbClr val="5C6D68"/>
                </a:solidFill>
              </a:rPr>
              <a:t>message contracts · test fixtures</a:t>
            </a:r>
          </a:p>
          <a:p xmlns:a="http://schemas.openxmlformats.org/drawingml/2006/main">
            <a:pPr algn="l">
              <a:defRPr sz="1050" b="0">
                <a:solidFill>
                  <a:srgbClr val="5C6D68"/>
                </a:solidFill>
              </a:defRPr>
            </a:pPr>
            <a:r>
              <a:rPr sz="1050" b="0">
                <a:solidFill>
                  <a:srgbClr val="5C6D68"/>
                </a:solidFill>
              </a:rPr>
              <a:t>demo data · runbook</a:t>
            </a:r>
          </a:p>
        </p:txBody>
      </p:sp>
      <p:sp>
        <p:nvSpPr>
          <p:cNvPr id="56" name="box">
            <a:extLst xmlns:a="http://schemas.openxmlformats.org/drawingml/2006/main">
              <a:ext uri="{FF2B5EF4-FFF2-40B4-BE49-F238E27FC236}">
                <a16:creationId xmlns:a16="http://schemas.microsoft.com/office/drawing/2014/main" id="{C9ED10D2-95CF-4092-BB82-F772E834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57" name="third-party-notices">
            <a:extLst xmlns:a="http://schemas.openxmlformats.org/drawingml/2006/main">
              <a:ext uri="{FF2B5EF4-FFF2-40B4-BE49-F238E27FC236}">
                <a16:creationId xmlns:a16="http://schemas.microsoft.com/office/drawing/2014/main" id="{1DDE20FB-DF6B-41E3-A474-A453F298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86375"/>
            <a:ext cx="1033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THIRD-PARTY NOTICES · Easydict、AgentTeams 及其他依赖的版权与许可证 notices 将随发行物保留。</a:t>
            </a:r>
          </a:p>
        </p:txBody>
      </p:sp>
      <p:sp>
        <p:nvSpPr>
          <p:cNvPr id="58" name="opensiri-trademark-disclaimer">
            <a:extLst xmlns:a="http://schemas.openxmlformats.org/drawingml/2006/main">
              <a:ext uri="{FF2B5EF4-FFF2-40B4-BE49-F238E27FC236}">
                <a16:creationId xmlns:a16="http://schemas.microsoft.com/office/drawing/2014/main" id="{521B2CED-1032-4B5A-A670-F544371B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34025"/>
            <a:ext cx="1033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D68"/>
                </a:solidFill>
              </a:defRPr>
            </a:pPr>
            <a:r>
              <a:rPr sz="975" b="0">
                <a:solidFill>
                  <a:srgbClr val="5C6D68"/>
                </a:solidFill>
              </a:rPr>
              <a:t>NAMING / TRADEMARK · OpenSiri 是项目名称；“Siri”为 Apple 商标。正式分发前将完成商标与上架审核。</a:t>
            </a:r>
          </a:p>
        </p:txBody>
      </p:sp>
    </p:spTree>
    <p:extLst>
      <p:ext uri="{BB962C8B-B14F-4D97-AF65-F5344CB8AC3E}">
        <p14:creationId xmlns:p14="http://schemas.microsoft.com/office/powerpoint/2010/main" val="11966359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2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box">
            <a:extLst xmlns:a="http://schemas.openxmlformats.org/drawingml/2006/main">
              <a:ext uri="{FF2B5EF4-FFF2-40B4-BE49-F238E27FC236}">
                <a16:creationId xmlns:a16="http://schemas.microsoft.com/office/drawing/2014/main" id="{A6A2CFAE-EF38-43B0-A62C-F81D43BB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B7FE41EB-4778-46AA-98F9-CDABF566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3B72BDFF-24B3-422B-A873-4274E838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D921289C-37F9-4C1C-942E-1D3E9329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B1FD03AE-837E-45F0-9996-ABF89D86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07E7C484-D6F4-4C14-89A2-C58E1BB3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20CA54C2-AF93-4BE0-BA83-9D2430C9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AA9684BF-A972-4E4C-A2F4-11E5D938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1250C7AF-B01F-4CBC-B78F-3EFC1FF7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BA84CF8D-0662-464F-87A4-41535D75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8EC9DB71-CDA8-4F9E-8F2A-BD2FB270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9F98DB75-4C53-4801-9EC8-39CA3FEB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766FE176-E73A-4B45-BDAE-D98B7A19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7D860226-2740-41D9-BB21-DD721CE8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DC792DB1-0037-4844-B528-01A89B8E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10327EE8-13C1-42C4-B170-EC182A00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39BEAAB3-725B-4335-A1D5-B3691C21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B0F696E7-243A-40EC-90B6-25FBB130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0B366883-1AC7-4959-9CA1-E6E73868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4DA59E22-D236-43EE-8228-9C02FB8E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310D620A-22F0-4572-9BD2-0834B1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BE8E0C0A-BA86-4D29-BB30-1D8DB839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4F68DCFE-DDA6-4D95-98AD-595585B9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F098F86B-6E48-40E1-A92D-61B672DE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B83A0B7D-29F5-4BF8-99D8-8D47DC73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A6A31222-AB3A-4C43-A561-2677E77A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9C745332-51BF-456C-9949-F97828A5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023EC25F-70F4-42EC-B7A3-D305EDF7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06CEAC9A-C884-4E5B-9091-AF1DCEFD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559C8786-5CBB-41CC-842D-D6A07A8D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BC6596B2-C599-4846-9009-8BE01706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ction-chapter">
            <a:extLst xmlns:a="http://schemas.openxmlformats.org/drawingml/2006/main">
              <a:ext uri="{FF2B5EF4-FFF2-40B4-BE49-F238E27FC236}">
                <a16:creationId xmlns:a16="http://schemas.microsoft.com/office/drawing/2014/main" id="{ECA28CF1-46CC-4F4D-86B2-690D842D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D7B6"/>
                </a:solidFill>
              </a:defRPr>
            </a:pPr>
            <a:r>
              <a:rPr sz="1050" b="1">
                <a:solidFill>
                  <a:srgbClr val="55D7B6"/>
                </a:solidFill>
              </a:rPr>
              <a:t>CHAPTER 07</a:t>
            </a:r>
          </a:p>
        </p:txBody>
      </p:sp>
      <p:sp>
        <p:nvSpPr>
          <p:cNvPr id="3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EAA60E8E-F01A-413F-B886-D270D54D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落地计划与进展</a:t>
            </a:r>
          </a:p>
        </p:txBody>
      </p:sp>
      <p:sp>
        <p:nvSpPr>
          <p:cNvPr id="34" name="section-promise">
            <a:extLst xmlns:a="http://schemas.openxmlformats.org/drawingml/2006/main">
              <a:ext uri="{FF2B5EF4-FFF2-40B4-BE49-F238E27FC236}">
                <a16:creationId xmlns:a16="http://schemas.microsoft.com/office/drawing/2014/main" id="{2840D4B3-284C-409F-AA4E-1B2BF7EC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BD1C8"/>
                </a:solidFill>
              </a:defRPr>
            </a:pPr>
            <a:r>
              <a:rPr sz="1875" b="0">
                <a:solidFill>
                  <a:srgbClr val="BBD1C8"/>
                </a:solidFill>
              </a:rPr>
              <a:t>先完成一条可信垂直链路，再扩展泛化能力。</a:t>
            </a:r>
          </a:p>
        </p:txBody>
      </p:sp>
      <p:sp>
        <p:nvSpPr>
          <p:cNvPr id="35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BE1B2FE7-4237-4BBF-BA95-2A2003D0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53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BD1C8"/>
                </a:solidFill>
              </a:defRPr>
            </a:pPr>
            <a:r>
              <a:rPr sz="1050" b="1">
                <a:solidFill>
                  <a:srgbClr val="BBD1C8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771971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box">
            <a:extLst xmlns:a="http://schemas.openxmlformats.org/drawingml/2006/main">
              <a:ext uri="{FF2B5EF4-FFF2-40B4-BE49-F238E27FC236}">
                <a16:creationId xmlns:a16="http://schemas.microsoft.com/office/drawing/2014/main" id="{D667485B-05B8-4E6A-9856-4523533F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FBD0D9F9-C08E-4805-8601-D12ADBBA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38152D10-DC3D-44A3-999A-4B868A88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FAFD5E98-3646-4037-8AE9-24A81342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3CB7FA24-69BB-4419-B792-4FF594CC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6391807C-7A4E-4CF1-A881-84696307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DF3D6F7A-A446-453D-814B-67C3EFEC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D8AF7C3E-B557-4133-8540-09E64F6A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CBEA2BF0-D96E-408C-8766-49E5F61E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DE95BA41-EE11-42D1-8A16-E3ACA604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4B66940E-9B30-44DA-BFCE-FAC7E615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7E450AD4-23AF-420B-B81C-6B010B9C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52C1C6B2-163E-4C32-A64C-46FCA468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CCE2652E-F28B-4ECF-A492-20BB5B70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4DCACEB8-0CF8-414C-8FE2-25871749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DC6020CD-07F5-4383-A146-5C5F4A64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CA326E1D-314C-4B8C-9090-F36FD07C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0C08AF9E-A94E-4BE5-BEFA-B0682818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CE857EF9-64CA-4F59-B20F-B69752D0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46DF5DC2-1336-437D-AD96-A2940851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1E21822C-FA2E-48A4-9307-75B0B547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54A125A9-DABB-44EA-8885-AFE9E89A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BCE1A486-846E-439C-90C2-93EA46E5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F862DDEF-50B5-407F-B143-743E8C5D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FA0EE2CB-6BF1-423B-B96D-A26F53D8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86292AF6-3059-4ECD-B465-FEB48550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49E64778-C970-4966-ADDF-54CD97A7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E260CFB7-C9D0-40FE-B7A9-9CE50057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1E2B2606-51FC-4F0C-895D-5AD95262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21C6FD81-54FB-46E1-B439-662CAF84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8A788F49-6C85-4CF7-8190-D938F16C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x">
            <a:extLst xmlns:a="http://schemas.openxmlformats.org/drawingml/2006/main">
              <a:ext uri="{FF2B5EF4-FFF2-40B4-BE49-F238E27FC236}">
                <a16:creationId xmlns:a16="http://schemas.microsoft.com/office/drawing/2014/main" id="{D00B94FF-82CF-452B-866B-03AC3B0E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rome-section">
            <a:extLst xmlns:a="http://schemas.openxmlformats.org/drawingml/2006/main">
              <a:ext uri="{FF2B5EF4-FFF2-40B4-BE49-F238E27FC236}">
                <a16:creationId xmlns:a16="http://schemas.microsoft.com/office/drawing/2014/main" id="{31530AF8-A7D0-4CAA-934A-F61BB41C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68"/>
                </a:solidFill>
              </a:defRPr>
            </a:pPr>
            <a:r>
              <a:rPr sz="900" b="1">
                <a:solidFill>
                  <a:srgbClr val="5C6D68"/>
                </a:solidFill>
              </a:rPr>
              <a:t>PROGRESS</a:t>
            </a:r>
          </a:p>
        </p:txBody>
      </p:sp>
      <p:sp>
        <p:nvSpPr>
          <p:cNvPr id="34" name="chrome-number">
            <a:extLst xmlns:a="http://schemas.openxmlformats.org/drawingml/2006/main">
              <a:ext uri="{FF2B5EF4-FFF2-40B4-BE49-F238E27FC236}">
                <a16:creationId xmlns:a16="http://schemas.microsoft.com/office/drawing/2014/main" id="{144B0760-0FAC-49D5-9612-2ECD0CFC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865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D68"/>
                </a:solidFill>
              </a:defRPr>
            </a:pPr>
            <a:r>
              <a:rPr sz="1050" b="1">
                <a:solidFill>
                  <a:srgbClr val="5C6D68"/>
                </a:solidFill>
              </a:rPr>
              <a:t>17</a:t>
            </a:r>
          </a:p>
        </p:txBody>
      </p:sp>
      <p:sp>
        <p:nvSpPr>
          <p:cNvPr id="35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E34EA251-F303-4AA5-900E-72E6F2D4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PROGRESS / ROADMAP</a:t>
            </a:r>
          </a:p>
        </p:txBody>
      </p:sp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804D74-49A4-46F1-A60B-6BCD35DF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522"/>
                </a:solidFill>
              </a:defRPr>
            </a:pPr>
            <a:r>
              <a:rPr sz="3000" b="1">
                <a:solidFill>
                  <a:srgbClr val="182522"/>
                </a:solidFill>
              </a:rPr>
              <a:t>真实进展分层，验证路径写清</a:t>
            </a:r>
          </a:p>
        </p:txBody>
      </p:sp>
      <p:sp>
        <p:nvSpPr>
          <p:cNvPr id="3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A158841-9A24-4C62-A18F-BCABE3E0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D68"/>
                </a:solidFill>
              </a:defRPr>
            </a:pPr>
            <a:r>
              <a:rPr sz="1425" b="0">
                <a:solidFill>
                  <a:srgbClr val="5C6D68"/>
                </a:solidFill>
              </a:rPr>
              <a:t>绿色是已完成工作，蓝色是在推进链路，橙色只表示后续计划验证。</a:t>
            </a:r>
          </a:p>
        </p:txBody>
      </p:sp>
      <p:sp>
        <p:nvSpPr>
          <p:cNvPr id="38" name="box">
            <a:extLst xmlns:a="http://schemas.openxmlformats.org/drawingml/2006/main">
              <a:ext uri="{FF2B5EF4-FFF2-40B4-BE49-F238E27FC236}">
                <a16:creationId xmlns:a16="http://schemas.microsoft.com/office/drawing/2014/main" id="{B937233D-0DA5-47B2-98F6-2E459545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29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BF4"/>
          </a:solidFill>
          <a:ln xmlns:a="http://schemas.openxmlformats.org/drawingml/2006/main" w="14288">
            <a:solidFill>
              <a:srgbClr val="55D7B6"/>
            </a:solidFill>
            <a:prstDash val="solid"/>
          </a:ln>
        </p:spPr>
      </p:sp>
      <p:sp>
        <p:nvSpPr>
          <p:cNvPr id="39" name="progress-status-1">
            <a:extLst xmlns:a="http://schemas.openxmlformats.org/drawingml/2006/main">
              <a:ext uri="{FF2B5EF4-FFF2-40B4-BE49-F238E27FC236}">
                <a16:creationId xmlns:a16="http://schemas.microsoft.com/office/drawing/2014/main" id="{2CC574C8-94A6-41CA-9322-465EACA0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76D1"/>
                </a:solidFill>
              </a:defRPr>
            </a:pPr>
            <a:r>
              <a:rPr sz="1725" b="1">
                <a:solidFill>
                  <a:srgbClr val="1576D1"/>
                </a:solidFill>
              </a:rPr>
              <a:t>已完成</a:t>
            </a:r>
          </a:p>
        </p:txBody>
      </p:sp>
      <p:sp>
        <p:nvSpPr>
          <p:cNvPr id="40" name="progress-status-body-1">
            <a:extLst xmlns:a="http://schemas.openxmlformats.org/drawingml/2006/main">
              <a:ext uri="{FF2B5EF4-FFF2-40B4-BE49-F238E27FC236}">
                <a16:creationId xmlns:a16="http://schemas.microsoft.com/office/drawing/2014/main" id="{56510997-3644-4B01-815C-76FF43BD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522"/>
                </a:solidFill>
              </a:defRPr>
            </a:pPr>
            <a:r>
              <a:rPr sz="1050" b="0">
                <a:solidFill>
                  <a:srgbClr val="182522"/>
                </a:solidFill>
              </a:rPr>
              <a:t>方案设计</a:t>
            </a:r>
          </a:p>
          <a:p xmlns:a="http://schemas.openxmlformats.org/drawingml/2006/main">
            <a:pPr algn="l">
              <a:defRPr sz="1050" b="0">
                <a:solidFill>
                  <a:srgbClr val="182522"/>
                </a:solidFill>
              </a:defRPr>
            </a:pPr>
            <a:r>
              <a:rPr sz="1050" b="0">
                <a:solidFill>
                  <a:srgbClr val="182522"/>
                </a:solidFill>
              </a:rPr>
              <a:t>品牌与官网</a:t>
            </a:r>
          </a:p>
          <a:p xmlns:a="http://schemas.openxmlformats.org/drawingml/2006/main">
            <a:pPr algn="l">
              <a:defRPr sz="1050" b="0">
                <a:solidFill>
                  <a:srgbClr val="182522"/>
                </a:solidFill>
              </a:defRPr>
            </a:pPr>
            <a:r>
              <a:rPr sz="1050" b="0">
                <a:solidFill>
                  <a:srgbClr val="182522"/>
                </a:solidFill>
              </a:rPr>
              <a:t>初赛材料</a:t>
            </a:r>
          </a:p>
          <a:p xmlns:a="http://schemas.openxmlformats.org/drawingml/2006/main">
            <a:pPr algn="l">
              <a:defRPr sz="1050" b="0">
                <a:solidFill>
                  <a:srgbClr val="182522"/>
                </a:solidFill>
              </a:defRPr>
            </a:pPr>
            <a:r>
              <a:rPr sz="1050" b="0">
                <a:solidFill>
                  <a:srgbClr val="182522"/>
                </a:solidFill>
              </a:rPr>
              <a:t>AgentTeams 接入边界</a:t>
            </a:r>
          </a:p>
          <a:p xmlns:a="http://schemas.openxmlformats.org/drawingml/2006/main">
            <a:pPr algn="l">
              <a:defRPr sz="1050" b="0">
                <a:solidFill>
                  <a:srgbClr val="182522"/>
                </a:solidFill>
              </a:defRPr>
            </a:pPr>
            <a:r>
              <a:rPr sz="1050" b="0">
                <a:solidFill>
                  <a:srgbClr val="182522"/>
                </a:solidFill>
              </a:rPr>
              <a:t>三个 Skill 定义</a:t>
            </a:r>
          </a:p>
        </p:txBody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495D984B-1B67-4E62-AFEB-75B3D283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3429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14288">
            <a:solidFill>
              <a:srgbClr val="1576D1"/>
            </a:solidFill>
            <a:prstDash val="solid"/>
          </a:ln>
        </p:spPr>
      </p:sp>
      <p:sp>
        <p:nvSpPr>
          <p:cNvPr id="42" name="progress-status-2">
            <a:extLst xmlns:a="http://schemas.openxmlformats.org/drawingml/2006/main">
              <a:ext uri="{FF2B5EF4-FFF2-40B4-BE49-F238E27FC236}">
                <a16:creationId xmlns:a16="http://schemas.microsoft.com/office/drawing/2014/main" id="{C227B11D-CC01-41E1-A2CB-3E1214E3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479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76D1"/>
                </a:solidFill>
              </a:defRPr>
            </a:pPr>
            <a:r>
              <a:rPr sz="1725" b="1">
                <a:solidFill>
                  <a:srgbClr val="1576D1"/>
                </a:solidFill>
              </a:rPr>
              <a:t>正在推进</a:t>
            </a:r>
          </a:p>
        </p:txBody>
      </p:sp>
      <p:sp>
        <p:nvSpPr>
          <p:cNvPr id="43" name="progress-status-body-2">
            <a:extLst xmlns:a="http://schemas.openxmlformats.org/drawingml/2006/main">
              <a:ext uri="{FF2B5EF4-FFF2-40B4-BE49-F238E27FC236}">
                <a16:creationId xmlns:a16="http://schemas.microsoft.com/office/drawing/2014/main" id="{A2FA4862-FCF4-40F1-9982-367BDCAA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384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522"/>
                </a:solidFill>
              </a:defRPr>
            </a:pPr>
            <a:r>
              <a:rPr sz="1050" b="0">
                <a:solidFill>
                  <a:srgbClr val="182522"/>
                </a:solidFill>
              </a:rPr>
              <a:t>本地微信截图结构化</a:t>
            </a:r>
          </a:p>
          <a:p xmlns:a="http://schemas.openxmlformats.org/drawingml/2006/main">
            <a:pPr algn="l">
              <a:defRPr sz="1050" b="0">
                <a:solidFill>
                  <a:srgbClr val="182522"/>
                </a:solidFill>
              </a:defRPr>
            </a:pPr>
            <a:r>
              <a:rPr sz="1050" b="0">
                <a:solidFill>
                  <a:srgbClr val="182522"/>
                </a:solidFill>
              </a:rPr>
              <a:t>wechat-smart-reply 垂直链路</a:t>
            </a:r>
          </a:p>
        </p:txBody>
      </p:sp>
      <p:sp>
        <p:nvSpPr>
          <p:cNvPr id="44" name="box">
            <a:extLst xmlns:a="http://schemas.openxmlformats.org/drawingml/2006/main">
              <a:ext uri="{FF2B5EF4-FFF2-40B4-BE49-F238E27FC236}">
                <a16:creationId xmlns:a16="http://schemas.microsoft.com/office/drawing/2014/main" id="{8F79BBB8-5C31-4C5F-BC8A-80DE7955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3429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7EB"/>
          </a:solidFill>
          <a:ln xmlns:a="http://schemas.openxmlformats.org/drawingml/2006/main" w="14288">
            <a:solidFill>
              <a:srgbClr val="F59C42"/>
            </a:solidFill>
            <a:prstDash val="solid"/>
          </a:ln>
        </p:spPr>
      </p:sp>
      <p:sp>
        <p:nvSpPr>
          <p:cNvPr id="45" name="progress-status-3">
            <a:extLst xmlns:a="http://schemas.openxmlformats.org/drawingml/2006/main">
              <a:ext uri="{FF2B5EF4-FFF2-40B4-BE49-F238E27FC236}">
                <a16:creationId xmlns:a16="http://schemas.microsoft.com/office/drawing/2014/main" id="{ADA31465-483D-4A04-802B-BCBFA2AB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479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9C42"/>
                </a:solidFill>
              </a:defRPr>
            </a:pPr>
            <a:r>
              <a:rPr sz="1725" b="1">
                <a:solidFill>
                  <a:srgbClr val="F59C42"/>
                </a:solidFill>
              </a:rPr>
              <a:t>计划验证</a:t>
            </a:r>
          </a:p>
        </p:txBody>
      </p:sp>
      <p:sp>
        <p:nvSpPr>
          <p:cNvPr id="46" name="progress-status-body-3">
            <a:extLst xmlns:a="http://schemas.openxmlformats.org/drawingml/2006/main">
              <a:ext uri="{FF2B5EF4-FFF2-40B4-BE49-F238E27FC236}">
                <a16:creationId xmlns:a16="http://schemas.microsoft.com/office/drawing/2014/main" id="{CB9B2D3D-9C61-4510-AEAC-3187AD9B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522"/>
                </a:solidFill>
              </a:defRPr>
            </a:pPr>
            <a:r>
              <a:rPr sz="975" b="0">
                <a:solidFill>
                  <a:srgbClr val="182522"/>
                </a:solidFill>
              </a:rPr>
              <a:t>2026-08-21  AgentTeams baseline</a:t>
            </a:r>
          </a:p>
          <a:p xmlns:a="http://schemas.openxmlformats.org/drawingml/2006/main">
            <a:pPr algn="l">
              <a:defRPr sz="975" b="0">
                <a:solidFill>
                  <a:srgbClr val="182522"/>
                </a:solidFill>
              </a:defRPr>
            </a:pPr>
            <a:r>
              <a:rPr sz="975" b="0">
                <a:solidFill>
                  <a:srgbClr val="182522"/>
                </a:solidFill>
              </a:rPr>
              <a:t>2026-08-25  end-to-end integration</a:t>
            </a:r>
          </a:p>
          <a:p xmlns:a="http://schemas.openxmlformats.org/drawingml/2006/main">
            <a:pPr algn="l">
              <a:defRPr sz="975" b="0">
                <a:solidFill>
                  <a:srgbClr val="182522"/>
                </a:solidFill>
              </a:defRPr>
            </a:pPr>
            <a:r>
              <a:rPr sz="975" b="0">
                <a:solidFill>
                  <a:srgbClr val="182522"/>
                </a:solidFill>
              </a:rPr>
              <a:t>2026-08-29  evidence and validation</a:t>
            </a:r>
          </a:p>
          <a:p xmlns:a="http://schemas.openxmlformats.org/drawingml/2006/main">
            <a:pPr algn="l">
              <a:defRPr sz="975" b="0">
                <a:solidFill>
                  <a:srgbClr val="182522"/>
                </a:solidFill>
              </a:defRPr>
            </a:pPr>
            <a:r>
              <a:rPr sz="975" b="0">
                <a:solidFill>
                  <a:srgbClr val="182522"/>
                </a:solidFill>
              </a:rPr>
              <a:t>2026-09-01  final demo hardening</a:t>
            </a:r>
          </a:p>
        </p:txBody>
      </p:sp>
      <p:sp>
        <p:nvSpPr>
          <p:cNvPr id="47" name="progress-timeline-label">
            <a:extLst xmlns:a="http://schemas.openxmlformats.org/drawingml/2006/main">
              <a:ext uri="{FF2B5EF4-FFF2-40B4-BE49-F238E27FC236}">
                <a16:creationId xmlns:a16="http://schemas.microsoft.com/office/drawing/2014/main" id="{6EA15FAA-5840-4632-A341-E4DBF0DD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D68"/>
                </a:solidFill>
              </a:defRPr>
            </a:pPr>
            <a:r>
              <a:rPr sz="1050" b="1">
                <a:solidFill>
                  <a:srgbClr val="5C6D68"/>
                </a:solidFill>
              </a:rPr>
              <a:t>P1–P5 · 2026-08-17 → 2026-09-03</a:t>
            </a:r>
          </a:p>
        </p:txBody>
      </p:sp>
      <p:sp>
        <p:nvSpPr>
          <p:cNvPr id="48" name="box">
            <a:extLst xmlns:a="http://schemas.openxmlformats.org/drawingml/2006/main">
              <a:ext uri="{FF2B5EF4-FFF2-40B4-BE49-F238E27FC236}">
                <a16:creationId xmlns:a16="http://schemas.microsoft.com/office/drawing/2014/main" id="{D2F4016B-4820-4B62-9CC6-FFA9A535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dot">
            <a:extLst xmlns:a="http://schemas.openxmlformats.org/drawingml/2006/main">
              <a:ext uri="{FF2B5EF4-FFF2-40B4-BE49-F238E27FC236}">
                <a16:creationId xmlns:a16="http://schemas.microsoft.com/office/drawing/2014/main" id="{95BA56F3-3A62-487B-9B9D-05D8EF6B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7B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progress-date-1">
            <a:extLst xmlns:a="http://schemas.openxmlformats.org/drawingml/2006/main">
              <a:ext uri="{FF2B5EF4-FFF2-40B4-BE49-F238E27FC236}">
                <a16:creationId xmlns:a16="http://schemas.microsoft.com/office/drawing/2014/main" id="{52627B28-C851-479C-9679-1D05F842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P1 · 08-17 → 08-20</a:t>
            </a:r>
          </a:p>
        </p:txBody>
      </p:sp>
      <p:sp>
        <p:nvSpPr>
          <p:cNvPr id="51" name="progress-milestone-1">
            <a:extLst xmlns:a="http://schemas.openxmlformats.org/drawingml/2006/main">
              <a:ext uri="{FF2B5EF4-FFF2-40B4-BE49-F238E27FC236}">
                <a16:creationId xmlns:a16="http://schemas.microsoft.com/office/drawing/2014/main" id="{435C29B2-B314-44DE-8505-614D1C29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本地垂直</a:t>
            </a:r>
          </a:p>
          <a:p xmlns:a="http://schemas.openxmlformats.org/drawingml/2006/main">
            <a:pPr algn="ctr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链路</a:t>
            </a:r>
          </a:p>
        </p:txBody>
      </p:sp>
      <p:sp>
        <p:nvSpPr>
          <p:cNvPr id="52" name="box">
            <a:extLst xmlns:a="http://schemas.openxmlformats.org/drawingml/2006/main">
              <a:ext uri="{FF2B5EF4-FFF2-40B4-BE49-F238E27FC236}">
                <a16:creationId xmlns:a16="http://schemas.microsoft.com/office/drawing/2014/main" id="{398B76EE-BD41-4132-9D90-E878C9F8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62450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ot">
            <a:extLst xmlns:a="http://schemas.openxmlformats.org/drawingml/2006/main">
              <a:ext uri="{FF2B5EF4-FFF2-40B4-BE49-F238E27FC236}">
                <a16:creationId xmlns:a16="http://schemas.microsoft.com/office/drawing/2014/main" id="{95222AF3-551C-4EC4-806C-B2F335DF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76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6D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progress-date-2">
            <a:extLst xmlns:a="http://schemas.openxmlformats.org/drawingml/2006/main">
              <a:ext uri="{FF2B5EF4-FFF2-40B4-BE49-F238E27FC236}">
                <a16:creationId xmlns:a16="http://schemas.microsoft.com/office/drawing/2014/main" id="{D2C00A93-55F0-43A2-AD28-95E66406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767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P2 · 08-21 → 08-24</a:t>
            </a:r>
          </a:p>
        </p:txBody>
      </p:sp>
      <p:sp>
        <p:nvSpPr>
          <p:cNvPr id="55" name="progress-milestone-2">
            <a:extLst xmlns:a="http://schemas.openxmlformats.org/drawingml/2006/main">
              <a:ext uri="{FF2B5EF4-FFF2-40B4-BE49-F238E27FC236}">
                <a16:creationId xmlns:a16="http://schemas.microsoft.com/office/drawing/2014/main" id="{D66DA9B8-FAF9-4E12-B162-7189531E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7434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AgentTeams</a:t>
            </a:r>
          </a:p>
          <a:p xmlns:a="http://schemas.openxmlformats.org/drawingml/2006/main">
            <a:pPr algn="ctr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baseline</a:t>
            </a:r>
          </a:p>
        </p:txBody>
      </p:sp>
      <p:sp>
        <p:nvSpPr>
          <p:cNvPr id="56" name="box">
            <a:extLst xmlns:a="http://schemas.openxmlformats.org/drawingml/2006/main">
              <a:ext uri="{FF2B5EF4-FFF2-40B4-BE49-F238E27FC236}">
                <a16:creationId xmlns:a16="http://schemas.microsoft.com/office/drawing/2014/main" id="{E908E596-476F-4E7D-BBB1-17A4AA52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62450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ot">
            <a:extLst xmlns:a="http://schemas.openxmlformats.org/drawingml/2006/main">
              <a:ext uri="{FF2B5EF4-FFF2-40B4-BE49-F238E27FC236}">
                <a16:creationId xmlns:a16="http://schemas.microsoft.com/office/drawing/2014/main" id="{553E6951-739D-4685-A182-308ECA7E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76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7B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progress-date-3">
            <a:extLst xmlns:a="http://schemas.openxmlformats.org/drawingml/2006/main">
              <a:ext uri="{FF2B5EF4-FFF2-40B4-BE49-F238E27FC236}">
                <a16:creationId xmlns:a16="http://schemas.microsoft.com/office/drawing/2014/main" id="{BE8D0EE6-A3C9-40D3-A62D-4788A1CC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767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P3 · 08-25 → 08-28</a:t>
            </a:r>
          </a:p>
        </p:txBody>
      </p:sp>
      <p:sp>
        <p:nvSpPr>
          <p:cNvPr id="59" name="progress-milestone-3">
            <a:extLst xmlns:a="http://schemas.openxmlformats.org/drawingml/2006/main">
              <a:ext uri="{FF2B5EF4-FFF2-40B4-BE49-F238E27FC236}">
                <a16:creationId xmlns:a16="http://schemas.microsoft.com/office/drawing/2014/main" id="{55CDC629-500F-4399-BE79-041CA76C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434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端到端</a:t>
            </a:r>
          </a:p>
          <a:p xmlns:a="http://schemas.openxmlformats.org/drawingml/2006/main">
            <a:pPr algn="ctr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集成</a:t>
            </a:r>
          </a:p>
        </p:txBody>
      </p:sp>
      <p:sp>
        <p:nvSpPr>
          <p:cNvPr id="60" name="box">
            <a:extLst xmlns:a="http://schemas.openxmlformats.org/drawingml/2006/main">
              <a:ext uri="{FF2B5EF4-FFF2-40B4-BE49-F238E27FC236}">
                <a16:creationId xmlns:a16="http://schemas.microsoft.com/office/drawing/2014/main" id="{305058C3-8319-4A8F-9D94-05BC0307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62450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dot">
            <a:extLst xmlns:a="http://schemas.openxmlformats.org/drawingml/2006/main">
              <a:ext uri="{FF2B5EF4-FFF2-40B4-BE49-F238E27FC236}">
                <a16:creationId xmlns:a16="http://schemas.microsoft.com/office/drawing/2014/main" id="{3B1AAC24-6028-4C99-99C7-9CF8775F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76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6D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progress-date-4">
            <a:extLst xmlns:a="http://schemas.openxmlformats.org/drawingml/2006/main">
              <a:ext uri="{FF2B5EF4-FFF2-40B4-BE49-F238E27FC236}">
                <a16:creationId xmlns:a16="http://schemas.microsoft.com/office/drawing/2014/main" id="{0C6D6E8F-40DE-4264-A2A8-AA425CD1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767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P4 · 08-29 → 08-31</a:t>
            </a:r>
          </a:p>
        </p:txBody>
      </p:sp>
      <p:sp>
        <p:nvSpPr>
          <p:cNvPr id="63" name="progress-milestone-4">
            <a:extLst xmlns:a="http://schemas.openxmlformats.org/drawingml/2006/main">
              <a:ext uri="{FF2B5EF4-FFF2-40B4-BE49-F238E27FC236}">
                <a16:creationId xmlns:a16="http://schemas.microsoft.com/office/drawing/2014/main" id="{2E5F596E-F129-476A-9EAD-5E7ED54A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434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证据与</a:t>
            </a:r>
          </a:p>
          <a:p xmlns:a="http://schemas.openxmlformats.org/drawingml/2006/main">
            <a:pPr algn="ctr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验证</a:t>
            </a:r>
          </a:p>
        </p:txBody>
      </p:sp>
      <p:sp>
        <p:nvSpPr>
          <p:cNvPr id="64" name="box">
            <a:extLst xmlns:a="http://schemas.openxmlformats.org/drawingml/2006/main">
              <a:ext uri="{FF2B5EF4-FFF2-40B4-BE49-F238E27FC236}">
                <a16:creationId xmlns:a16="http://schemas.microsoft.com/office/drawing/2014/main" id="{A9BCA56B-FC58-4085-90FA-0B4DC5B5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62450"/>
            <a:ext cx="1828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dot">
            <a:extLst xmlns:a="http://schemas.openxmlformats.org/drawingml/2006/main">
              <a:ext uri="{FF2B5EF4-FFF2-40B4-BE49-F238E27FC236}">
                <a16:creationId xmlns:a16="http://schemas.microsoft.com/office/drawing/2014/main" id="{26BF65F9-5629-4CFD-855B-53EE186E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76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progress-date-5">
            <a:extLst xmlns:a="http://schemas.openxmlformats.org/drawingml/2006/main">
              <a:ext uri="{FF2B5EF4-FFF2-40B4-BE49-F238E27FC236}">
                <a16:creationId xmlns:a16="http://schemas.microsoft.com/office/drawing/2014/main" id="{2C328599-0E70-478C-958C-CCF7AB28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767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P5 · 09-01 → 09-03</a:t>
            </a:r>
          </a:p>
        </p:txBody>
      </p:sp>
      <p:sp>
        <p:nvSpPr>
          <p:cNvPr id="67" name="progress-milestone-5">
            <a:extLst xmlns:a="http://schemas.openxmlformats.org/drawingml/2006/main">
              <a:ext uri="{FF2B5EF4-FFF2-40B4-BE49-F238E27FC236}">
                <a16:creationId xmlns:a16="http://schemas.microsoft.com/office/drawing/2014/main" id="{83317E2F-2CFA-4DA0-8D76-AE4C48B9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434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Demo 收尾</a:t>
            </a:r>
          </a:p>
          <a:p xmlns:a="http://schemas.openxmlformats.org/drawingml/2006/main">
            <a:pPr algn="ctr">
              <a:defRPr sz="975" b="1">
                <a:solidFill>
                  <a:srgbClr val="182522"/>
                </a:solidFill>
              </a:defRPr>
            </a:pPr>
            <a:r>
              <a:rPr sz="975" b="1">
                <a:solidFill>
                  <a:srgbClr val="182522"/>
                </a:solidFill>
              </a:rPr>
              <a:t>加固</a:t>
            </a:r>
          </a:p>
        </p:txBody>
      </p:sp>
      <p:sp>
        <p:nvSpPr>
          <p:cNvPr id="68" name="dot">
            <a:extLst xmlns:a="http://schemas.openxmlformats.org/drawingml/2006/main">
              <a:ext uri="{FF2B5EF4-FFF2-40B4-BE49-F238E27FC236}">
                <a16:creationId xmlns:a16="http://schemas.microsoft.com/office/drawing/2014/main" id="{8230F832-A377-44CA-ABB6-49D6E673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276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C4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progress-start-boundary">
            <a:extLst xmlns:a="http://schemas.openxmlformats.org/drawingml/2006/main">
              <a:ext uri="{FF2B5EF4-FFF2-40B4-BE49-F238E27FC236}">
                <a16:creationId xmlns:a16="http://schemas.microsoft.com/office/drawing/2014/main" id="{598E6559-05DA-4E26-993F-DDFDD40F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D7B6"/>
                </a:solidFill>
              </a:defRPr>
            </a:pPr>
            <a:r>
              <a:rPr sz="975" b="1">
                <a:solidFill>
                  <a:srgbClr val="55D7B6"/>
                </a:solidFill>
              </a:rPr>
              <a:t>START · 08-17</a:t>
            </a:r>
          </a:p>
        </p:txBody>
      </p:sp>
      <p:sp>
        <p:nvSpPr>
          <p:cNvPr id="70" name="progress-end-boundary">
            <a:extLst xmlns:a="http://schemas.openxmlformats.org/drawingml/2006/main">
              <a:ext uri="{FF2B5EF4-FFF2-40B4-BE49-F238E27FC236}">
                <a16:creationId xmlns:a16="http://schemas.microsoft.com/office/drawing/2014/main" id="{52565A8B-CC4E-4D25-90FD-E70CAD1D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433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59C42"/>
                </a:solidFill>
              </a:defRPr>
            </a:pPr>
            <a:r>
              <a:rPr sz="975" b="1">
                <a:solidFill>
                  <a:srgbClr val="F59C42"/>
                </a:solidFill>
              </a:rPr>
              <a:t>END · 09-03</a:t>
            </a:r>
          </a:p>
        </p:txBody>
      </p:sp>
      <p:sp>
        <p:nvSpPr>
          <p:cNvPr id="71" name="box">
            <a:extLst xmlns:a="http://schemas.openxmlformats.org/drawingml/2006/main">
              <a:ext uri="{FF2B5EF4-FFF2-40B4-BE49-F238E27FC236}">
                <a16:creationId xmlns:a16="http://schemas.microsoft.com/office/drawing/2014/main" id="{11867A73-82CE-44F5-B9F8-D8D15B91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29050"/>
            <a:ext cx="29527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C42"/>
            </a:solidFill>
            <a:prstDash val="solid"/>
          </a:ln>
        </p:spPr>
      </p:sp>
      <p:sp>
        <p:nvSpPr>
          <p:cNvPr id="72" name="progress-demo-placeholder">
            <a:extLst xmlns:a="http://schemas.openxmlformats.org/drawingml/2006/main">
              <a:ext uri="{FF2B5EF4-FFF2-40B4-BE49-F238E27FC236}">
                <a16:creationId xmlns:a16="http://schemas.microsoft.com/office/drawing/2014/main" id="{A7823558-087E-48A6-A96A-95C3FB31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0525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C42"/>
                </a:solidFill>
              </a:defRPr>
            </a:pPr>
            <a:r>
              <a:rPr sz="975" b="1">
                <a:solidFill>
                  <a:srgbClr val="F59C42"/>
                </a:solidFill>
              </a:rPr>
              <a:t>DEMO / 复赛前补充可访问链接</a:t>
            </a:r>
          </a:p>
        </p:txBody>
      </p:sp>
      <p:sp>
        <p:nvSpPr>
          <p:cNvPr id="73" name="box">
            <a:extLst xmlns:a="http://schemas.openxmlformats.org/drawingml/2006/main">
              <a:ext uri="{FF2B5EF4-FFF2-40B4-BE49-F238E27FC236}">
                <a16:creationId xmlns:a16="http://schemas.microsoft.com/office/drawing/2014/main" id="{F2A6CA10-8BC0-4AA4-99B3-F1285B41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981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74" name="risk-title-1">
            <a:extLst xmlns:a="http://schemas.openxmlformats.org/drawingml/2006/main">
              <a:ext uri="{FF2B5EF4-FFF2-40B4-BE49-F238E27FC236}">
                <a16:creationId xmlns:a16="http://schemas.microsoft.com/office/drawing/2014/main" id="{42A6E487-D269-4462-96E0-19058461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1625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C42"/>
                </a:solidFill>
              </a:defRPr>
            </a:pPr>
            <a:r>
              <a:rPr sz="975" b="1">
                <a:solidFill>
                  <a:srgbClr val="F59C42"/>
                </a:solidFill>
              </a:rPr>
              <a:t>截图差异</a:t>
            </a:r>
          </a:p>
        </p:txBody>
      </p:sp>
      <p:sp>
        <p:nvSpPr>
          <p:cNvPr id="75" name="risk-mitigation-1">
            <a:extLst xmlns:a="http://schemas.openxmlformats.org/drawingml/2006/main">
              <a:ext uri="{FF2B5EF4-FFF2-40B4-BE49-F238E27FC236}">
                <a16:creationId xmlns:a16="http://schemas.microsoft.com/office/drawing/2014/main" id="{A7BA5B3A-4839-4772-B182-EC544BF8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02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522"/>
                </a:solidFill>
              </a:defRPr>
            </a:pPr>
            <a:r>
              <a:rPr sz="975" b="0">
                <a:solidFill>
                  <a:srgbClr val="182522"/>
                </a:solidFill>
              </a:rPr>
              <a:t>多样 fixture 校验</a:t>
            </a:r>
          </a:p>
        </p:txBody>
      </p:sp>
      <p:sp>
        <p:nvSpPr>
          <p:cNvPr id="76" name="box">
            <a:extLst xmlns:a="http://schemas.openxmlformats.org/drawingml/2006/main">
              <a:ext uri="{FF2B5EF4-FFF2-40B4-BE49-F238E27FC236}">
                <a16:creationId xmlns:a16="http://schemas.microsoft.com/office/drawing/2014/main" id="{34D328B0-1378-4D36-98F0-FCAE4ACD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95900"/>
            <a:ext cx="1981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77" name="risk-title-2">
            <a:extLst xmlns:a="http://schemas.openxmlformats.org/drawingml/2006/main">
              <a:ext uri="{FF2B5EF4-FFF2-40B4-BE49-F238E27FC236}">
                <a16:creationId xmlns:a16="http://schemas.microsoft.com/office/drawing/2014/main" id="{6D62E1D2-E09B-450F-98DA-41469D36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81625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C42"/>
                </a:solidFill>
              </a:defRPr>
            </a:pPr>
            <a:r>
              <a:rPr sz="975" b="1">
                <a:solidFill>
                  <a:srgbClr val="F59C42"/>
                </a:solidFill>
              </a:rPr>
              <a:t>OCR 误差</a:t>
            </a:r>
          </a:p>
        </p:txBody>
      </p:sp>
      <p:sp>
        <p:nvSpPr>
          <p:cNvPr id="78" name="risk-mitigation-2">
            <a:extLst xmlns:a="http://schemas.openxmlformats.org/drawingml/2006/main">
              <a:ext uri="{FF2B5EF4-FFF2-40B4-BE49-F238E27FC236}">
                <a16:creationId xmlns:a16="http://schemas.microsoft.com/office/drawing/2014/main" id="{112CFE7B-8847-467D-805A-DBA6ABB6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102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522"/>
                </a:solidFill>
              </a:defRPr>
            </a:pPr>
            <a:r>
              <a:rPr sz="975" b="0">
                <a:solidFill>
                  <a:srgbClr val="182522"/>
                </a:solidFill>
              </a:rPr>
              <a:t>人工校对后入队</a:t>
            </a:r>
          </a:p>
        </p:txBody>
      </p:sp>
      <p:sp>
        <p:nvSpPr>
          <p:cNvPr id="79" name="box">
            <a:extLst xmlns:a="http://schemas.openxmlformats.org/drawingml/2006/main">
              <a:ext uri="{FF2B5EF4-FFF2-40B4-BE49-F238E27FC236}">
                <a16:creationId xmlns:a16="http://schemas.microsoft.com/office/drawing/2014/main" id="{62297C9F-85C9-4159-A245-1DC8108C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95900"/>
            <a:ext cx="1981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80" name="risk-title-3">
            <a:extLst xmlns:a="http://schemas.openxmlformats.org/drawingml/2006/main">
              <a:ext uri="{FF2B5EF4-FFF2-40B4-BE49-F238E27FC236}">
                <a16:creationId xmlns:a16="http://schemas.microsoft.com/office/drawing/2014/main" id="{88F422AB-E868-4755-8A74-DF1C365A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81625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C42"/>
                </a:solidFill>
              </a:defRPr>
            </a:pPr>
            <a:r>
              <a:rPr sz="975" b="1">
                <a:solidFill>
                  <a:srgbClr val="F59C42"/>
                </a:solidFill>
              </a:rPr>
              <a:t>集成复杂度</a:t>
            </a:r>
          </a:p>
        </p:txBody>
      </p:sp>
      <p:sp>
        <p:nvSpPr>
          <p:cNvPr id="81" name="risk-mitigation-3">
            <a:extLst xmlns:a="http://schemas.openxmlformats.org/drawingml/2006/main">
              <a:ext uri="{FF2B5EF4-FFF2-40B4-BE49-F238E27FC236}">
                <a16:creationId xmlns:a16="http://schemas.microsoft.com/office/drawing/2014/main" id="{9916B5E5-A2A9-4422-82B7-A3CCFE95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02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522"/>
                </a:solidFill>
              </a:defRPr>
            </a:pPr>
            <a:r>
              <a:rPr sz="975" b="0">
                <a:solidFill>
                  <a:srgbClr val="182522"/>
                </a:solidFill>
              </a:rPr>
              <a:t>固定版本 / 分阶段验收</a:t>
            </a:r>
          </a:p>
        </p:txBody>
      </p:sp>
      <p:sp>
        <p:nvSpPr>
          <p:cNvPr id="82" name="box">
            <a:extLst xmlns:a="http://schemas.openxmlformats.org/drawingml/2006/main">
              <a:ext uri="{FF2B5EF4-FFF2-40B4-BE49-F238E27FC236}">
                <a16:creationId xmlns:a16="http://schemas.microsoft.com/office/drawing/2014/main" id="{7F31E52B-4471-4B7C-BCA6-8EE8AC81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95900"/>
            <a:ext cx="1981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83" name="risk-title-4">
            <a:extLst xmlns:a="http://schemas.openxmlformats.org/drawingml/2006/main">
              <a:ext uri="{FF2B5EF4-FFF2-40B4-BE49-F238E27FC236}">
                <a16:creationId xmlns:a16="http://schemas.microsoft.com/office/drawing/2014/main" id="{AF63F820-2132-4983-872A-E4EEDBCB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81625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C42"/>
                </a:solidFill>
              </a:defRPr>
            </a:pPr>
            <a:r>
              <a:rPr sz="975" b="1">
                <a:solidFill>
                  <a:srgbClr val="F59C42"/>
                </a:solidFill>
              </a:rPr>
              <a:t>隐私</a:t>
            </a:r>
          </a:p>
        </p:txBody>
      </p:sp>
      <p:sp>
        <p:nvSpPr>
          <p:cNvPr id="84" name="risk-mitigation-4">
            <a:extLst xmlns:a="http://schemas.openxmlformats.org/drawingml/2006/main">
              <a:ext uri="{FF2B5EF4-FFF2-40B4-BE49-F238E27FC236}">
                <a16:creationId xmlns:a16="http://schemas.microsoft.com/office/drawing/2014/main" id="{0D81333A-7E6B-4463-B76B-B6D5B896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102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522"/>
                </a:solidFill>
              </a:defRPr>
            </a:pPr>
            <a:r>
              <a:rPr sz="975" b="0">
                <a:solidFill>
                  <a:srgbClr val="182522"/>
                </a:solidFill>
              </a:rPr>
              <a:t>本地 OCR / 最小上下文</a:t>
            </a:r>
          </a:p>
        </p:txBody>
      </p:sp>
      <p:sp>
        <p:nvSpPr>
          <p:cNvPr id="85" name="box">
            <a:extLst xmlns:a="http://schemas.openxmlformats.org/drawingml/2006/main">
              <a:ext uri="{FF2B5EF4-FFF2-40B4-BE49-F238E27FC236}">
                <a16:creationId xmlns:a16="http://schemas.microsoft.com/office/drawing/2014/main" id="{E48B5649-882C-42DC-9909-EFC0BF69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95900"/>
            <a:ext cx="1981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86" name="risk-title-5">
            <a:extLst xmlns:a="http://schemas.openxmlformats.org/drawingml/2006/main">
              <a:ext uri="{FF2B5EF4-FFF2-40B4-BE49-F238E27FC236}">
                <a16:creationId xmlns:a16="http://schemas.microsoft.com/office/drawing/2014/main" id="{E0B445E5-FD34-4352-A68C-A863D5BF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81625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C42"/>
                </a:solidFill>
              </a:defRPr>
            </a:pPr>
            <a:r>
              <a:rPr sz="975" b="1">
                <a:solidFill>
                  <a:srgbClr val="F59C42"/>
                </a:solidFill>
              </a:rPr>
              <a:t>OpenSiri 命名</a:t>
            </a:r>
          </a:p>
        </p:txBody>
      </p:sp>
      <p:sp>
        <p:nvSpPr>
          <p:cNvPr id="87" name="risk-mitigation-5">
            <a:extLst xmlns:a="http://schemas.openxmlformats.org/drawingml/2006/main">
              <a:ext uri="{FF2B5EF4-FFF2-40B4-BE49-F238E27FC236}">
                <a16:creationId xmlns:a16="http://schemas.microsoft.com/office/drawing/2014/main" id="{1603E030-10B1-4971-A62F-84348C07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102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522"/>
                </a:solidFill>
              </a:defRPr>
            </a:pPr>
            <a:r>
              <a:rPr sz="975" b="0">
                <a:solidFill>
                  <a:srgbClr val="182522"/>
                </a:solidFill>
              </a:rPr>
              <a:t>提交前复核商标与上架</a:t>
            </a:r>
          </a:p>
        </p:txBody>
      </p:sp>
    </p:spTree>
    <p:extLst>
      <p:ext uri="{BB962C8B-B14F-4D97-AF65-F5344CB8AC3E}">
        <p14:creationId xmlns:p14="http://schemas.microsoft.com/office/powerpoint/2010/main" val="16791565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D2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box">
            <a:extLst xmlns:a="http://schemas.openxmlformats.org/drawingml/2006/main">
              <a:ext uri="{FF2B5EF4-FFF2-40B4-BE49-F238E27FC236}">
                <a16:creationId xmlns:a16="http://schemas.microsoft.com/office/drawing/2014/main" id="{34C4FDDC-76E0-4CA9-ABC1-DF7674F9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8F71FFDE-1CF7-4A4A-BE1D-CF41DBB0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3E5106C8-9DCD-4314-95FC-05F7EDBB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8CD8100E-F61F-4331-AB62-58FD444B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C66546F0-1920-4F67-A483-302A6834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941043ED-5EE5-4E06-848E-4D06D5DB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E21707C2-55E9-4862-9429-3A0C1D47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52CAA84F-FEE6-48FD-B018-F1FDAEA8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1525D57C-F05A-4086-A929-2C150CF8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70D15C5E-9137-4F5C-8583-4D1B216B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B8116451-DEC1-4783-B0D2-BD5CADFF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4C1C43A1-BB8A-4FC4-BF74-84C15475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DC711F04-6FCA-4905-B92F-29647597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D9A39570-D261-4BAB-8A43-878022BD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E218FFB9-B3ED-4C58-AB57-7975F3C9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9440A3DB-B7DC-4375-BD5F-698BF975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76E99877-DE04-46F7-970F-B3A0F458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7E3FE61A-331B-45BE-AA6C-4B3BE1C4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8564E076-7F8C-44FC-92EE-7F4DB705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345C2A46-C4A9-443C-83A0-B80499C8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D9255325-785A-427E-A73B-63008F09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F28B9A09-492A-4B1F-B56C-8C86DA29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DC22A992-42E7-457C-9710-495F5DBE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758B3EB6-7487-42D3-BBBC-BE3FEBBF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802C0B20-FED0-4FB7-B239-7E851F54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23596879-30EA-4EAE-AC14-823E1BE6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F8B32C19-263C-4016-AB7B-9A671960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6F38C9D1-D995-4994-BDFB-AD07C9F2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3076D1AC-B1BF-4787-B3C4-A1D25786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E3CADB39-29D1-4076-AF59-AC2BB4E2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2CCC59A3-3F9B-4F2E-A1BC-2A06192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ction-chapter">
            <a:extLst xmlns:a="http://schemas.openxmlformats.org/drawingml/2006/main">
              <a:ext uri="{FF2B5EF4-FFF2-40B4-BE49-F238E27FC236}">
                <a16:creationId xmlns:a16="http://schemas.microsoft.com/office/drawing/2014/main" id="{545295DE-F040-42D5-836B-A70ED849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D7B6"/>
                </a:solidFill>
              </a:defRPr>
            </a:pPr>
            <a:r>
              <a:rPr sz="1050" b="1">
                <a:solidFill>
                  <a:srgbClr val="55D7B6"/>
                </a:solidFill>
              </a:rPr>
              <a:t>CHAPTER 08</a:t>
            </a:r>
          </a:p>
        </p:txBody>
      </p:sp>
      <p:sp>
        <p:nvSpPr>
          <p:cNvPr id="3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2352AB98-C936-42D8-89D1-99AB319F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团队介绍</a:t>
            </a:r>
          </a:p>
        </p:txBody>
      </p:sp>
      <p:sp>
        <p:nvSpPr>
          <p:cNvPr id="34" name="section-promise">
            <a:extLst xmlns:a="http://schemas.openxmlformats.org/drawingml/2006/main">
              <a:ext uri="{FF2B5EF4-FFF2-40B4-BE49-F238E27FC236}">
                <a16:creationId xmlns:a16="http://schemas.microsoft.com/office/drawing/2014/main" id="{EF41FEB8-E78E-412F-9DDA-46FE8E1D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BD1C8"/>
                </a:solidFill>
              </a:defRPr>
            </a:pPr>
            <a:r>
              <a:rPr sz="1875" b="0">
                <a:solidFill>
                  <a:srgbClr val="BBD1C8"/>
                </a:solidFill>
              </a:rPr>
              <a:t>个人参赛，也以产品、客户端与 Agent Infra 的全链路标准交付。</a:t>
            </a:r>
          </a:p>
        </p:txBody>
      </p:sp>
      <p:sp>
        <p:nvSpPr>
          <p:cNvPr id="35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5DE0AAAA-4FCE-40E4-9883-7419243C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53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BD1C8"/>
                </a:solidFill>
              </a:defRPr>
            </a:pPr>
            <a:r>
              <a:rPr sz="1050" b="1">
                <a:solidFill>
                  <a:srgbClr val="BBD1C8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877273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box">
            <a:extLst xmlns:a="http://schemas.openxmlformats.org/drawingml/2006/main">
              <a:ext uri="{FF2B5EF4-FFF2-40B4-BE49-F238E27FC236}">
                <a16:creationId xmlns:a16="http://schemas.microsoft.com/office/drawing/2014/main" id="{7154BE62-5BF1-472C-A40A-472FDE7C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3986BBDE-9AD0-4920-B0F0-A5F9C670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5FADE186-30E9-4699-96E9-A921591B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34E93211-801E-4D81-968F-3E6B1278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6135D04E-CF3D-43E3-9DAD-AA730408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FB6A4035-0983-421C-A9AB-B7352DC8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BC6DC4EA-DA8E-4A5F-99A7-30410DE4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FF0CEB79-FD1E-4D1D-86FC-87C3BBDF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8567899C-B685-4385-8D8D-02B6F68D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503F9DA9-72C2-41F2-B0A9-4866D610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63566A17-098E-4D92-B57B-94244EA1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53DFC3B1-F547-4AFA-9003-1E5A8C23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5BE8A77E-C7E4-44DA-8659-B970F816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B0269C65-B09B-4641-8FC2-8DEEF399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C16F0EC7-87F7-4CF9-941B-69495E5B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B0A465DD-C0B3-464F-8B8E-83EC271F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8563B02D-705A-4923-8419-8D8117BC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6AB29E13-6354-4372-9DA2-BAC220A0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0B2B6795-6180-4B75-B645-A49A6A8F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DCCD2A0F-DDC7-4B80-B082-851641B2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71198707-A4E0-48D9-AF65-2F1CBDDA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71943AF7-6DE1-4385-9130-D9564E2F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CBE1CC43-F2D3-4473-A7DA-9A2D61CF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9F73694C-24C1-4D68-834C-88B81B78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E18DDAED-505D-4F38-B09D-D12D8DD3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ABD4E90C-5A02-41A9-86B2-C776A5FC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5DA2F413-022F-493D-91CB-8F9ED0D8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77E58D68-E35B-4EE1-BF24-AF935E16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83094C33-07F7-4B37-9DA0-83A3C5C0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89500FEA-E5B4-4EE1-BF94-2E95F725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9D17E8F0-3AB1-492D-B599-40E778DD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x">
            <a:extLst xmlns:a="http://schemas.openxmlformats.org/drawingml/2006/main">
              <a:ext uri="{FF2B5EF4-FFF2-40B4-BE49-F238E27FC236}">
                <a16:creationId xmlns:a16="http://schemas.microsoft.com/office/drawing/2014/main" id="{923280C6-5713-48A4-B4D5-BF1547C1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rome-section">
            <a:extLst xmlns:a="http://schemas.openxmlformats.org/drawingml/2006/main">
              <a:ext uri="{FF2B5EF4-FFF2-40B4-BE49-F238E27FC236}">
                <a16:creationId xmlns:a16="http://schemas.microsoft.com/office/drawing/2014/main" id="{751BABED-EABD-4C89-B0D1-2F871674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68"/>
                </a:solidFill>
              </a:defRPr>
            </a:pPr>
            <a:r>
              <a:rPr sz="900" b="1">
                <a:solidFill>
                  <a:srgbClr val="5C6D68"/>
                </a:solidFill>
              </a:rPr>
              <a:t>TEAM</a:t>
            </a:r>
          </a:p>
        </p:txBody>
      </p:sp>
      <p:sp>
        <p:nvSpPr>
          <p:cNvPr id="34" name="chrome-number">
            <a:extLst xmlns:a="http://schemas.openxmlformats.org/drawingml/2006/main">
              <a:ext uri="{FF2B5EF4-FFF2-40B4-BE49-F238E27FC236}">
                <a16:creationId xmlns:a16="http://schemas.microsoft.com/office/drawing/2014/main" id="{2CBFF1CC-265F-4DFD-A2D8-63BD9288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865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D68"/>
                </a:solidFill>
              </a:defRPr>
            </a:pPr>
            <a:r>
              <a:rPr sz="1050" b="1">
                <a:solidFill>
                  <a:srgbClr val="5C6D68"/>
                </a:solidFill>
              </a:rPr>
              <a:t>19</a:t>
            </a:r>
          </a:p>
        </p:txBody>
      </p:sp>
      <p:sp>
        <p:nvSpPr>
          <p:cNvPr id="35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794FD284-7FA9-4078-9A7A-84DF3A17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PARTICIPANT</a:t>
            </a:r>
          </a:p>
        </p:txBody>
      </p:sp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855A31-2E37-4F02-B2AE-2E53950D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522"/>
                </a:solidFill>
              </a:defRPr>
            </a:pPr>
            <a:r>
              <a:rPr sz="3000" b="1">
                <a:solidFill>
                  <a:srgbClr val="182522"/>
                </a:solidFill>
              </a:rPr>
              <a:t>个人参赛 / 全链路负责</a:t>
            </a:r>
          </a:p>
        </p:txBody>
      </p:sp>
      <p:sp>
        <p:nvSpPr>
          <p:cNvPr id="3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8B2100-CCEF-4B9D-B069-E4AD33C5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D68"/>
                </a:solidFill>
              </a:defRPr>
            </a:pPr>
            <a:r>
              <a:rPr sz="1425" b="0">
                <a:solidFill>
                  <a:srgbClr val="5C6D68"/>
                </a:solidFill>
              </a:rPr>
              <a:t>身份与经历均保留为可编辑占位，不虚构姓名、单位或履历。</a:t>
            </a:r>
          </a:p>
        </p:txBody>
      </p:sp>
      <p:sp>
        <p:nvSpPr>
          <p:cNvPr id="38" name="box">
            <a:extLst xmlns:a="http://schemas.openxmlformats.org/drawingml/2006/main">
              <a:ext uri="{FF2B5EF4-FFF2-40B4-BE49-F238E27FC236}">
                <a16:creationId xmlns:a16="http://schemas.microsoft.com/office/drawing/2014/main" id="{B5100195-8D52-4299-B7F8-7DC64C04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2E2"/>
          </a:solidFill>
          <a:ln xmlns:a="http://schemas.openxmlformats.org/drawingml/2006/main" w="9525">
            <a:solidFill>
              <a:srgbClr val="F59C42"/>
            </a:solidFill>
            <a:prstDash val="solid"/>
          </a:ln>
        </p:spPr>
      </p:sp>
      <p:sp>
        <p:nvSpPr>
          <p:cNvPr id="39" name="participant-review-note">
            <a:extLst xmlns:a="http://schemas.openxmlformats.org/drawingml/2006/main">
              <a:ext uri="{FF2B5EF4-FFF2-40B4-BE49-F238E27FC236}">
                <a16:creationId xmlns:a16="http://schemas.microsoft.com/office/drawing/2014/main" id="{A900A085-3A87-48FE-8DCA-FC1B64C3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043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C42"/>
                </a:solidFill>
              </a:defRPr>
            </a:pPr>
            <a:r>
              <a:rPr sz="1050" b="1">
                <a:solidFill>
                  <a:srgbClr val="F59C42"/>
                </a:solidFill>
              </a:rPr>
              <a:t>请在提交前替换本页个人信息</a:t>
            </a:r>
          </a:p>
        </p:txBody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29284FC6-21B8-4624-8302-1ADA0582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2387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41" name="participant-field-1-label">
            <a:extLst xmlns:a="http://schemas.openxmlformats.org/drawingml/2006/main">
              <a:ext uri="{FF2B5EF4-FFF2-40B4-BE49-F238E27FC236}">
                <a16:creationId xmlns:a16="http://schemas.microsoft.com/office/drawing/2014/main" id="{8997F588-4CF6-42F9-B9C5-A2857A4A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47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姓名 / NAME</a:t>
            </a:r>
          </a:p>
        </p:txBody>
      </p:sp>
      <p:sp>
        <p:nvSpPr>
          <p:cNvPr id="42" name="participant-field-1-value">
            <a:extLst xmlns:a="http://schemas.openxmlformats.org/drawingml/2006/main">
              <a:ext uri="{FF2B5EF4-FFF2-40B4-BE49-F238E27FC236}">
                <a16:creationId xmlns:a16="http://schemas.microsoft.com/office/drawing/2014/main" id="{7A10EC52-06D3-47A1-967A-CCEAD68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470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D68"/>
                </a:solidFill>
              </a:defRPr>
            </a:pPr>
            <a:r>
              <a:rPr sz="1050" b="0">
                <a:solidFill>
                  <a:srgbClr val="5C6D68"/>
                </a:solidFill>
              </a:rPr>
              <a:t>________________________________</a:t>
            </a:r>
          </a:p>
        </p:txBody>
      </p:sp>
      <p:sp>
        <p:nvSpPr>
          <p:cNvPr id="43" name="box">
            <a:extLst xmlns:a="http://schemas.openxmlformats.org/drawingml/2006/main">
              <a:ext uri="{FF2B5EF4-FFF2-40B4-BE49-F238E27FC236}">
                <a16:creationId xmlns:a16="http://schemas.microsoft.com/office/drawing/2014/main" id="{CFBD8A94-1E73-4322-9D53-3FE75E41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52387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44" name="participant-field-2-label">
            <a:extLst xmlns:a="http://schemas.openxmlformats.org/drawingml/2006/main">
              <a:ext uri="{FF2B5EF4-FFF2-40B4-BE49-F238E27FC236}">
                <a16:creationId xmlns:a16="http://schemas.microsoft.com/office/drawing/2014/main" id="{1492AD59-F8E4-4DF9-8ED6-B9DE8087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247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身份或单位 / ROLE</a:t>
            </a:r>
          </a:p>
        </p:txBody>
      </p:sp>
      <p:sp>
        <p:nvSpPr>
          <p:cNvPr id="45" name="participant-field-2-value">
            <a:extLst xmlns:a="http://schemas.openxmlformats.org/drawingml/2006/main">
              <a:ext uri="{FF2B5EF4-FFF2-40B4-BE49-F238E27FC236}">
                <a16:creationId xmlns:a16="http://schemas.microsoft.com/office/drawing/2014/main" id="{9BDABD51-F12C-469D-9F74-77763C8F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62300"/>
            <a:ext cx="470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D68"/>
                </a:solidFill>
              </a:defRPr>
            </a:pPr>
            <a:r>
              <a:rPr sz="1050" b="0">
                <a:solidFill>
                  <a:srgbClr val="5C6D68"/>
                </a:solidFill>
              </a:rPr>
              <a:t>________________________________</a:t>
            </a:r>
          </a:p>
        </p:txBody>
      </p:sp>
      <p:sp>
        <p:nvSpPr>
          <p:cNvPr id="46" name="box">
            <a:extLst xmlns:a="http://schemas.openxmlformats.org/drawingml/2006/main">
              <a:ext uri="{FF2B5EF4-FFF2-40B4-BE49-F238E27FC236}">
                <a16:creationId xmlns:a16="http://schemas.microsoft.com/office/drawing/2014/main" id="{9D824356-1BFB-4FFD-A79D-17C8114B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52387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47" name="participant-field-3-label">
            <a:extLst xmlns:a="http://schemas.openxmlformats.org/drawingml/2006/main">
              <a:ext uri="{FF2B5EF4-FFF2-40B4-BE49-F238E27FC236}">
                <a16:creationId xmlns:a16="http://schemas.microsoft.com/office/drawing/2014/main" id="{9F154A6D-D5A8-4894-85FD-A358DA0A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247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相关经历 / EXPERIENCE</a:t>
            </a:r>
          </a:p>
        </p:txBody>
      </p:sp>
      <p:sp>
        <p:nvSpPr>
          <p:cNvPr id="48" name="participant-field-3-value">
            <a:extLst xmlns:a="http://schemas.openxmlformats.org/drawingml/2006/main">
              <a:ext uri="{FF2B5EF4-FFF2-40B4-BE49-F238E27FC236}">
                <a16:creationId xmlns:a16="http://schemas.microsoft.com/office/drawing/2014/main" id="{2AFA1462-3C6A-4A3C-8CD1-05EEB29D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70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D68"/>
                </a:solidFill>
              </a:defRPr>
            </a:pPr>
            <a:r>
              <a:rPr sz="1050" b="0">
                <a:solidFill>
                  <a:srgbClr val="5C6D68"/>
                </a:solidFill>
              </a:rPr>
              <a:t>________________________________</a:t>
            </a:r>
          </a:p>
        </p:txBody>
      </p:sp>
      <p:sp>
        <p:nvSpPr>
          <p:cNvPr id="49" name="box">
            <a:extLst xmlns:a="http://schemas.openxmlformats.org/drawingml/2006/main">
              <a:ext uri="{FF2B5EF4-FFF2-40B4-BE49-F238E27FC236}">
                <a16:creationId xmlns:a16="http://schemas.microsoft.com/office/drawing/2014/main" id="{80AA5BB6-EB73-40F0-90B7-D303F224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95700"/>
            <a:ext cx="52387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50" name="participant-field-4-label">
            <a:extLst xmlns:a="http://schemas.openxmlformats.org/drawingml/2006/main">
              <a:ext uri="{FF2B5EF4-FFF2-40B4-BE49-F238E27FC236}">
                <a16:creationId xmlns:a16="http://schemas.microsoft.com/office/drawing/2014/main" id="{B488521B-8CB5-4126-B2E2-5D139C5E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247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本项目分工 / RESPONSIBILITY</a:t>
            </a:r>
          </a:p>
        </p:txBody>
      </p:sp>
      <p:sp>
        <p:nvSpPr>
          <p:cNvPr id="51" name="participant-field-4-value">
            <a:extLst xmlns:a="http://schemas.openxmlformats.org/drawingml/2006/main">
              <a:ext uri="{FF2B5EF4-FFF2-40B4-BE49-F238E27FC236}">
                <a16:creationId xmlns:a16="http://schemas.microsoft.com/office/drawing/2014/main" id="{B5377FF0-163E-4E0C-9A52-DAD09DA0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76700"/>
            <a:ext cx="470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D68"/>
                </a:solidFill>
              </a:defRPr>
            </a:pPr>
            <a:r>
              <a:rPr sz="1050" b="0">
                <a:solidFill>
                  <a:srgbClr val="5C6D68"/>
                </a:solidFill>
              </a:rPr>
              <a:t>________________________________</a:t>
            </a:r>
          </a:p>
        </p:txBody>
      </p:sp>
      <p:sp>
        <p:nvSpPr>
          <p:cNvPr id="52" name="box">
            <a:extLst xmlns:a="http://schemas.openxmlformats.org/drawingml/2006/main">
              <a:ext uri="{FF2B5EF4-FFF2-40B4-BE49-F238E27FC236}">
                <a16:creationId xmlns:a16="http://schemas.microsoft.com/office/drawing/2014/main" id="{C4AE0E8F-2A29-40FB-9F14-FC752616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52387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53" name="participant-field-5-label">
            <a:extLst xmlns:a="http://schemas.openxmlformats.org/drawingml/2006/main">
              <a:ext uri="{FF2B5EF4-FFF2-40B4-BE49-F238E27FC236}">
                <a16:creationId xmlns:a16="http://schemas.microsoft.com/office/drawing/2014/main" id="{A5896C9D-E4A5-41B3-9FE7-A9BE44FF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247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GitHub / PORTFOLIO</a:t>
            </a:r>
          </a:p>
        </p:txBody>
      </p:sp>
      <p:sp>
        <p:nvSpPr>
          <p:cNvPr id="54" name="participant-field-5-value">
            <a:extLst xmlns:a="http://schemas.openxmlformats.org/drawingml/2006/main">
              <a:ext uri="{FF2B5EF4-FFF2-40B4-BE49-F238E27FC236}">
                <a16:creationId xmlns:a16="http://schemas.microsoft.com/office/drawing/2014/main" id="{ABD0F4F8-651A-41A8-91CC-9727D5FE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470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D68"/>
                </a:solidFill>
              </a:defRPr>
            </a:pPr>
            <a:r>
              <a:rPr sz="1050" b="0">
                <a:solidFill>
                  <a:srgbClr val="5C6D68"/>
                </a:solidFill>
              </a:rPr>
              <a:t>________________________________</a:t>
            </a:r>
          </a:p>
        </p:txBody>
      </p:sp>
      <p:sp>
        <p:nvSpPr>
          <p:cNvPr id="55" name="box">
            <a:extLst xmlns:a="http://schemas.openxmlformats.org/drawingml/2006/main">
              <a:ext uri="{FF2B5EF4-FFF2-40B4-BE49-F238E27FC236}">
                <a16:creationId xmlns:a16="http://schemas.microsoft.com/office/drawing/2014/main" id="{FAD9403F-853C-4942-9033-D2329A9A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10100"/>
            <a:ext cx="52387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  <a:prstDash val="solid"/>
          </a:ln>
        </p:spPr>
      </p:sp>
      <p:sp>
        <p:nvSpPr>
          <p:cNvPr id="56" name="participant-field-6-label">
            <a:extLst xmlns:a="http://schemas.openxmlformats.org/drawingml/2006/main">
              <a:ext uri="{FF2B5EF4-FFF2-40B4-BE49-F238E27FC236}">
                <a16:creationId xmlns:a16="http://schemas.microsoft.com/office/drawing/2014/main" id="{8C0CD2B7-B406-480F-94A6-A207E5BF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43450"/>
            <a:ext cx="247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6D1"/>
                </a:solidFill>
              </a:defRPr>
            </a:pPr>
            <a:r>
              <a:rPr sz="975" b="1">
                <a:solidFill>
                  <a:srgbClr val="1576D1"/>
                </a:solidFill>
              </a:rPr>
              <a:t>联系方式 / CONTACT</a:t>
            </a:r>
          </a:p>
        </p:txBody>
      </p:sp>
      <p:sp>
        <p:nvSpPr>
          <p:cNvPr id="57" name="participant-field-6-value">
            <a:extLst xmlns:a="http://schemas.openxmlformats.org/drawingml/2006/main">
              <a:ext uri="{FF2B5EF4-FFF2-40B4-BE49-F238E27FC236}">
                <a16:creationId xmlns:a16="http://schemas.microsoft.com/office/drawing/2014/main" id="{D0A8C2E5-BA81-453C-BC71-FD9FAA58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91100"/>
            <a:ext cx="470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D68"/>
                </a:solidFill>
              </a:defRPr>
            </a:pPr>
            <a:r>
              <a:rPr sz="1050" b="0">
                <a:solidFill>
                  <a:srgbClr val="5C6D68"/>
                </a:solidFill>
              </a:rPr>
              <a:t>________________________________</a:t>
            </a:r>
          </a:p>
        </p:txBody>
      </p:sp>
      <p:sp>
        <p:nvSpPr>
          <p:cNvPr id="58" name="box">
            <a:extLst xmlns:a="http://schemas.openxmlformats.org/drawingml/2006/main">
              <a:ext uri="{FF2B5EF4-FFF2-40B4-BE49-F238E27FC236}">
                <a16:creationId xmlns:a16="http://schemas.microsoft.com/office/drawing/2014/main" id="{6BB3FBBA-6FD7-4985-A8DD-D813A96E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rticipant-closing-promise">
            <a:extLst xmlns:a="http://schemas.openxmlformats.org/drawingml/2006/main">
              <a:ext uri="{FF2B5EF4-FFF2-40B4-BE49-F238E27FC236}">
                <a16:creationId xmlns:a16="http://schemas.microsoft.com/office/drawing/2014/main" id="{C3EEB927-0489-41BF-A996-8FD7FEF8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522"/>
                </a:solidFill>
              </a:defRPr>
            </a:pPr>
            <a:r>
              <a:rPr sz="1650" b="1">
                <a:solidFill>
                  <a:srgbClr val="182522"/>
                </a:solidFill>
              </a:rPr>
              <a:t>AI 可以建议，但最后一句始终由用户决定。</a:t>
            </a:r>
          </a:p>
        </p:txBody>
      </p:sp>
    </p:spTree>
    <p:extLst>
      <p:ext uri="{BB962C8B-B14F-4D97-AF65-F5344CB8AC3E}">
        <p14:creationId xmlns:p14="http://schemas.microsoft.com/office/powerpoint/2010/main" val="473347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2026-08-16T16:58:39.9510000Z</dcterms:created>
  <dcterms:modified xsi:type="dcterms:W3CDTF">2026-08-16T16:58:39.9520000Z</dcterms:modified>
</coreProperties>
</file>